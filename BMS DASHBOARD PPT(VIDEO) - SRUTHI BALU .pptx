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DM Serif Text"/>
      <p:regular r:id="rId21"/>
      <p:italic r:id="rId22"/>
    </p:embeddedFont>
    <p:embeddedFont>
      <p:font typeface="Quicksand"/>
      <p:regular r:id="rId23"/>
      <p:bold r:id="rId24"/>
    </p:embeddedFont>
    <p:embeddedFont>
      <p:font typeface="Denk One"/>
      <p:regular r:id="rId25"/>
    </p:embeddedFont>
    <p:embeddedFont>
      <p:font typeface="Orbitron"/>
      <p:regular r:id="rId26"/>
      <p:bold r:id="rId27"/>
    </p:embeddedFont>
    <p:embeddedFont>
      <p:font typeface="Fira Sans Extra Condense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iraSansExtraCondensed-boldItalic.fntdata"/><Relationship Id="rId30" Type="http://schemas.openxmlformats.org/officeDocument/2006/relationships/font" Target="fonts/FiraSansExtraCondensed-italic.fntdata"/><Relationship Id="rId20" Type="http://schemas.openxmlformats.org/officeDocument/2006/relationships/font" Target="fonts/Montserrat-boldItalic.fntdata"/><Relationship Id="rId22" Type="http://schemas.openxmlformats.org/officeDocument/2006/relationships/font" Target="fonts/DMSerifText-italic.fntdata"/><Relationship Id="rId21" Type="http://schemas.openxmlformats.org/officeDocument/2006/relationships/font" Target="fonts/DMSerifText-regular.fntdata"/><Relationship Id="rId24" Type="http://schemas.openxmlformats.org/officeDocument/2006/relationships/font" Target="fonts/Quicksand-bold.fntdata"/><Relationship Id="rId23" Type="http://schemas.openxmlformats.org/officeDocument/2006/relationships/font" Target="fonts/Quicksand-regular.fntdata"/><Relationship Id="rId26" Type="http://schemas.openxmlformats.org/officeDocument/2006/relationships/font" Target="fonts/Orbitron-regular.fntdata"/><Relationship Id="rId25" Type="http://schemas.openxmlformats.org/officeDocument/2006/relationships/font" Target="fonts/DenkOne-regular.fntdata"/><Relationship Id="rId28" Type="http://schemas.openxmlformats.org/officeDocument/2006/relationships/font" Target="fonts/FiraSansExtraCondensed-regular.fntdata"/><Relationship Id="rId27" Type="http://schemas.openxmlformats.org/officeDocument/2006/relationships/font" Target="fonts/Orbitron-bold.fntdata"/><Relationship Id="rId29" Type="http://schemas.openxmlformats.org/officeDocument/2006/relationships/font" Target="fonts/FiraSansExtraCondense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f17053b67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f17053b67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cc9050bdf8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cc9050bdf8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8daaa15b2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8daaa15b2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1109615dbae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1109615dbae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10cb08aead6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10cb08aead6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8b278aafa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38b278aafa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cc9050bdf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cc9050bdf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8b278aafa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38b278aafa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38b278aafa0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38b278aafa0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1109615dba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1109615dba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8dda2401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38dda2401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f60122e166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f60122e166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" name="Google Shape;10;p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720000" y="1185650"/>
            <a:ext cx="3852000" cy="23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790635" y="3761000"/>
            <a:ext cx="3909900" cy="41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204287" y="3218546"/>
            <a:ext cx="27513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24" name="Google Shape;24;p3"/>
          <p:cNvGrpSpPr/>
          <p:nvPr/>
        </p:nvGrpSpPr>
        <p:grpSpPr>
          <a:xfrm>
            <a:off x="2038439" y="258000"/>
            <a:ext cx="5082995" cy="4627500"/>
            <a:chOff x="3704375" y="258050"/>
            <a:chExt cx="5082995" cy="4627500"/>
          </a:xfrm>
        </p:grpSpPr>
        <p:sp>
          <p:nvSpPr>
            <p:cNvPr id="25" name="Google Shape;25;p3"/>
            <p:cNvSpPr/>
            <p:nvPr/>
          </p:nvSpPr>
          <p:spPr>
            <a:xfrm>
              <a:off x="3704375" y="258050"/>
              <a:ext cx="50820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05370" y="258050"/>
              <a:ext cx="50820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" name="Google Shape;27;p3"/>
            <p:cNvGrpSpPr/>
            <p:nvPr/>
          </p:nvGrpSpPr>
          <p:grpSpPr>
            <a:xfrm flipH="1" rot="10800000">
              <a:off x="5829576" y="4657459"/>
              <a:ext cx="825589" cy="93999"/>
              <a:chOff x="5718423" y="809024"/>
              <a:chExt cx="830071" cy="94500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" name="Google Shape;32;p3"/>
            <p:cNvGrpSpPr/>
            <p:nvPr/>
          </p:nvGrpSpPr>
          <p:grpSpPr>
            <a:xfrm>
              <a:off x="3932900" y="407050"/>
              <a:ext cx="4491000" cy="262500"/>
              <a:chOff x="3646108" y="393414"/>
              <a:chExt cx="4491000" cy="262500"/>
            </a:xfrm>
          </p:grpSpPr>
          <p:sp>
            <p:nvSpPr>
              <p:cNvPr id="33" name="Google Shape;33;p3"/>
              <p:cNvSpPr/>
              <p:nvPr/>
            </p:nvSpPr>
            <p:spPr>
              <a:xfrm>
                <a:off x="3646108" y="393414"/>
                <a:ext cx="4491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" name="Google Shape;34;p3"/>
              <p:cNvGrpSpPr/>
              <p:nvPr/>
            </p:nvGrpSpPr>
            <p:grpSpPr>
              <a:xfrm flipH="1" rot="10800000">
                <a:off x="3850212" y="483688"/>
                <a:ext cx="429322" cy="93999"/>
                <a:chOff x="9164898" y="744468"/>
                <a:chExt cx="431653" cy="94500"/>
              </a:xfrm>
            </p:grpSpPr>
            <p:sp>
              <p:nvSpPr>
                <p:cNvPr id="35" name="Google Shape;35;p3"/>
                <p:cNvSpPr/>
                <p:nvPr/>
              </p:nvSpPr>
              <p:spPr>
                <a:xfrm>
                  <a:off x="9164898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" name="Google Shape;36;p3"/>
                <p:cNvSpPr/>
                <p:nvPr/>
              </p:nvSpPr>
              <p:spPr>
                <a:xfrm>
                  <a:off x="9333475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" name="Google Shape;37;p3"/>
                <p:cNvSpPr/>
                <p:nvPr/>
              </p:nvSpPr>
              <p:spPr>
                <a:xfrm>
                  <a:off x="9502051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0" name="Google Shape;40;p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" name="Google Shape;42;p4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" name="Google Shape;49;p4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0" name="Google Shape;50;p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" name="Google Shape;51;p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" name="Google Shape;52;p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3" name="Google Shape;53;p4"/>
          <p:cNvSpPr txBox="1"/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7" name="Google Shape;57;p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" name="Google Shape;59;p5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" name="Google Shape;66;p5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7" name="Google Shape;67;p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" name="Google Shape;68;p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" name="Google Shape;69;p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0" name="Google Shape;70;p5"/>
          <p:cNvSpPr txBox="1"/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1" type="subTitle"/>
          </p:nvPr>
        </p:nvSpPr>
        <p:spPr>
          <a:xfrm>
            <a:off x="1987512" y="3526750"/>
            <a:ext cx="1857000" cy="8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"/>
          <p:cNvSpPr txBox="1"/>
          <p:nvPr>
            <p:ph idx="2" type="subTitle"/>
          </p:nvPr>
        </p:nvSpPr>
        <p:spPr>
          <a:xfrm>
            <a:off x="5297750" y="3526752"/>
            <a:ext cx="1857000" cy="8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"/>
          <p:cNvSpPr txBox="1"/>
          <p:nvPr>
            <p:ph idx="3" type="subTitle"/>
          </p:nvPr>
        </p:nvSpPr>
        <p:spPr>
          <a:xfrm>
            <a:off x="1987512" y="3102825"/>
            <a:ext cx="1857000" cy="2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1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5"/>
          <p:cNvSpPr txBox="1"/>
          <p:nvPr>
            <p:ph idx="4" type="subTitle"/>
          </p:nvPr>
        </p:nvSpPr>
        <p:spPr>
          <a:xfrm>
            <a:off x="5297750" y="3102825"/>
            <a:ext cx="1857000" cy="2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1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7" name="Google Shape;77;p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" name="Google Shape;79;p6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0" name="Google Shape;80;p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" name="Google Shape;84;p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 flipH="1" rot="10800000">
                <a:off x="543498" y="483688"/>
                <a:ext cx="93990" cy="9399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7" name="Google Shape;87;p6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0" name="Google Shape;90;p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" name="Google Shape;92;p7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3" name="Google Shape;93;p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" name="Google Shape;97;p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8" name="Google Shape;98;p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9" name="Google Shape;99;p7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0" name="Google Shape;100;p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03" name="Google Shape;103;p7"/>
          <p:cNvSpPr txBox="1"/>
          <p:nvPr>
            <p:ph type="title"/>
          </p:nvPr>
        </p:nvSpPr>
        <p:spPr>
          <a:xfrm>
            <a:off x="726454" y="1379050"/>
            <a:ext cx="32514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7"/>
          <p:cNvSpPr txBox="1"/>
          <p:nvPr>
            <p:ph idx="1" type="body"/>
          </p:nvPr>
        </p:nvSpPr>
        <p:spPr>
          <a:xfrm>
            <a:off x="726454" y="2297340"/>
            <a:ext cx="3251400" cy="147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1132541" y="872113"/>
            <a:ext cx="6880552" cy="3180876"/>
            <a:chOff x="358350" y="258050"/>
            <a:chExt cx="8428950" cy="3896700"/>
          </a:xfrm>
        </p:grpSpPr>
        <p:sp>
          <p:nvSpPr>
            <p:cNvPr id="107" name="Google Shape;107;p8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" name="Google Shape;109;p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" name="Google Shape;110;p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1" name="Google Shape;111;p8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2" name="Google Shape;112;p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" name="Google Shape;113;p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" name="Google Shape;114;p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15" name="Google Shape;115;p8"/>
          <p:cNvSpPr txBox="1"/>
          <p:nvPr>
            <p:ph type="title"/>
          </p:nvPr>
        </p:nvSpPr>
        <p:spPr>
          <a:xfrm>
            <a:off x="2060993" y="1717300"/>
            <a:ext cx="5016300" cy="173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16" name="Google Shape;116;p8"/>
          <p:cNvGrpSpPr/>
          <p:nvPr/>
        </p:nvGrpSpPr>
        <p:grpSpPr>
          <a:xfrm flipH="1" rot="10800000">
            <a:off x="4163640" y="3895409"/>
            <a:ext cx="825589" cy="93999"/>
            <a:chOff x="5718423" y="809024"/>
            <a:chExt cx="830071" cy="94500"/>
          </a:xfrm>
        </p:grpSpPr>
        <p:sp>
          <p:nvSpPr>
            <p:cNvPr id="117" name="Google Shape;117;p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23" name="Google Shape;123;p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" name="Google Shape;125;p9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31" name="Google Shape;131;p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2" name="Google Shape;132;p9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33" name="Google Shape;133;p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" name="Google Shape;134;p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" name="Google Shape;135;p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6" name="Google Shape;136;p9"/>
          <p:cNvSpPr txBox="1"/>
          <p:nvPr>
            <p:ph type="title"/>
          </p:nvPr>
        </p:nvSpPr>
        <p:spPr>
          <a:xfrm rot="625">
            <a:off x="720000" y="2140064"/>
            <a:ext cx="3297600" cy="142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7" name="Google Shape;137;p9"/>
          <p:cNvSpPr txBox="1"/>
          <p:nvPr>
            <p:ph idx="1" type="subTitle"/>
          </p:nvPr>
        </p:nvSpPr>
        <p:spPr>
          <a:xfrm>
            <a:off x="4712700" y="1444133"/>
            <a:ext cx="3458100" cy="22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92810" y="3310675"/>
            <a:ext cx="3793800" cy="951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1"/>
          <p:cNvGrpSpPr/>
          <p:nvPr/>
        </p:nvGrpSpPr>
        <p:grpSpPr>
          <a:xfrm>
            <a:off x="719282" y="771352"/>
            <a:ext cx="6880555" cy="2625711"/>
            <a:chOff x="358361" y="258062"/>
            <a:chExt cx="8428954" cy="3216600"/>
          </a:xfrm>
        </p:grpSpPr>
        <p:sp>
          <p:nvSpPr>
            <p:cNvPr id="142" name="Google Shape;142;p11"/>
            <p:cNvSpPr/>
            <p:nvPr/>
          </p:nvSpPr>
          <p:spPr>
            <a:xfrm>
              <a:off x="358361" y="258062"/>
              <a:ext cx="8427300" cy="32166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360015" y="258062"/>
              <a:ext cx="8427300" cy="32166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4" name="Google Shape;144;p1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45" name="Google Shape;145;p1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6" name="Google Shape;146;p11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47" name="Google Shape;147;p1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" name="Google Shape;148;p1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" name="Google Shape;149;p1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50" name="Google Shape;150;p11"/>
          <p:cNvGrpSpPr/>
          <p:nvPr/>
        </p:nvGrpSpPr>
        <p:grpSpPr>
          <a:xfrm>
            <a:off x="3521825" y="2937975"/>
            <a:ext cx="4695887" cy="1063125"/>
            <a:chOff x="486920" y="1114962"/>
            <a:chExt cx="5350828" cy="1211400"/>
          </a:xfrm>
        </p:grpSpPr>
        <p:sp>
          <p:nvSpPr>
            <p:cNvPr id="151" name="Google Shape;151;p11"/>
            <p:cNvSpPr/>
            <p:nvPr/>
          </p:nvSpPr>
          <p:spPr>
            <a:xfrm>
              <a:off x="486920" y="1114962"/>
              <a:ext cx="5350800" cy="1211400"/>
            </a:xfrm>
            <a:prstGeom prst="roundRect">
              <a:avLst>
                <a:gd fmla="val 1492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486949" y="1114991"/>
              <a:ext cx="53508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" name="Google Shape;153;p11"/>
            <p:cNvGrpSpPr/>
            <p:nvPr/>
          </p:nvGrpSpPr>
          <p:grpSpPr>
            <a:xfrm flipH="1" rot="10800000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54" name="Google Shape;154;p11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7" name="Google Shape;157;p11"/>
          <p:cNvSpPr txBox="1"/>
          <p:nvPr>
            <p:ph hasCustomPrompt="1" type="title"/>
          </p:nvPr>
        </p:nvSpPr>
        <p:spPr>
          <a:xfrm>
            <a:off x="870732" y="1117196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8" name="Google Shape;158;p11"/>
          <p:cNvSpPr txBox="1"/>
          <p:nvPr>
            <p:ph idx="1" type="subTitle"/>
          </p:nvPr>
        </p:nvSpPr>
        <p:spPr>
          <a:xfrm>
            <a:off x="3674050" y="3404742"/>
            <a:ext cx="4507500" cy="4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3"/>
          <p:cNvGrpSpPr/>
          <p:nvPr/>
        </p:nvGrpSpPr>
        <p:grpSpPr>
          <a:xfrm>
            <a:off x="1726975" y="3299800"/>
            <a:ext cx="5690038" cy="1408548"/>
            <a:chOff x="486920" y="1114962"/>
            <a:chExt cx="6483635" cy="1605000"/>
          </a:xfrm>
        </p:grpSpPr>
        <p:sp>
          <p:nvSpPr>
            <p:cNvPr id="162" name="Google Shape;162;p13"/>
            <p:cNvSpPr/>
            <p:nvPr/>
          </p:nvSpPr>
          <p:spPr>
            <a:xfrm>
              <a:off x="486920" y="1114962"/>
              <a:ext cx="6483600" cy="1605000"/>
            </a:xfrm>
            <a:prstGeom prst="roundRect">
              <a:avLst>
                <a:gd fmla="val 1492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486955" y="1114991"/>
              <a:ext cx="64836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" name="Google Shape;164;p13"/>
            <p:cNvGrpSpPr/>
            <p:nvPr/>
          </p:nvGrpSpPr>
          <p:grpSpPr>
            <a:xfrm flipH="1" rot="10800000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65" name="Google Shape;165;p1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8" name="Google Shape;168;p13"/>
          <p:cNvSpPr txBox="1"/>
          <p:nvPr>
            <p:ph type="title"/>
          </p:nvPr>
        </p:nvSpPr>
        <p:spPr>
          <a:xfrm>
            <a:off x="2008044" y="3684600"/>
            <a:ext cx="5127900" cy="951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/>
          <p:nvPr/>
        </p:nvSpPr>
        <p:spPr>
          <a:xfrm>
            <a:off x="822316" y="1320388"/>
            <a:ext cx="6879300" cy="3180900"/>
          </a:xfrm>
          <a:prstGeom prst="roundRect">
            <a:avLst>
              <a:gd fmla="val 555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823663" y="1320388"/>
            <a:ext cx="6879300" cy="3180900"/>
          </a:xfrm>
          <a:prstGeom prst="roundRect">
            <a:avLst>
              <a:gd fmla="val 5555" name="adj"/>
            </a:avLst>
          </a:prstGeom>
          <a:gradFill>
            <a:gsLst>
              <a:gs pos="0">
                <a:schemeClr val="lt1"/>
              </a:gs>
              <a:gs pos="100000">
                <a:srgbClr val="66BEE9">
                  <a:alpha val="34509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14"/>
          <p:cNvGrpSpPr/>
          <p:nvPr/>
        </p:nvGrpSpPr>
        <p:grpSpPr>
          <a:xfrm>
            <a:off x="1034813" y="1442025"/>
            <a:ext cx="6457015" cy="214279"/>
            <a:chOff x="433216" y="393424"/>
            <a:chExt cx="7910100" cy="262500"/>
          </a:xfrm>
        </p:grpSpPr>
        <p:sp>
          <p:nvSpPr>
            <p:cNvPr id="173" name="Google Shape;173;p14"/>
            <p:cNvSpPr/>
            <p:nvPr/>
          </p:nvSpPr>
          <p:spPr>
            <a:xfrm>
              <a:off x="433216" y="393424"/>
              <a:ext cx="7910100" cy="2625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" name="Google Shape;174;p14"/>
            <p:cNvGrpSpPr/>
            <p:nvPr/>
          </p:nvGrpSpPr>
          <p:grpSpPr>
            <a:xfrm flipH="1" rot="10800000">
              <a:off x="543498" y="483688"/>
              <a:ext cx="429322" cy="93999"/>
              <a:chOff x="5840230" y="744468"/>
              <a:chExt cx="431653" cy="94500"/>
            </a:xfrm>
          </p:grpSpPr>
          <p:sp>
            <p:nvSpPr>
              <p:cNvPr id="175" name="Google Shape;175;p14"/>
              <p:cNvSpPr/>
              <p:nvPr/>
            </p:nvSpPr>
            <p:spPr>
              <a:xfrm>
                <a:off x="5840230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4"/>
              <p:cNvSpPr/>
              <p:nvPr/>
            </p:nvSpPr>
            <p:spPr>
              <a:xfrm>
                <a:off x="6008807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4"/>
              <p:cNvSpPr/>
              <p:nvPr/>
            </p:nvSpPr>
            <p:spPr>
              <a:xfrm>
                <a:off x="6177384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" name="Google Shape;178;p14"/>
          <p:cNvGrpSpPr/>
          <p:nvPr/>
        </p:nvGrpSpPr>
        <p:grpSpPr>
          <a:xfrm flipH="1" rot="10800000">
            <a:off x="3745690" y="4147259"/>
            <a:ext cx="825589" cy="93999"/>
            <a:chOff x="5718423" y="809024"/>
            <a:chExt cx="830071" cy="94500"/>
          </a:xfrm>
        </p:grpSpPr>
        <p:sp>
          <p:nvSpPr>
            <p:cNvPr id="179" name="Google Shape;179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14"/>
          <p:cNvSpPr txBox="1"/>
          <p:nvPr>
            <p:ph type="title"/>
          </p:nvPr>
        </p:nvSpPr>
        <p:spPr>
          <a:xfrm>
            <a:off x="1117524" y="2165575"/>
            <a:ext cx="3985500" cy="173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5"/>
          <p:cNvGrpSpPr/>
          <p:nvPr/>
        </p:nvGrpSpPr>
        <p:grpSpPr>
          <a:xfrm>
            <a:off x="992838" y="904500"/>
            <a:ext cx="5250302" cy="3334500"/>
            <a:chOff x="992838" y="904500"/>
            <a:chExt cx="5250302" cy="3334500"/>
          </a:xfrm>
        </p:grpSpPr>
        <p:sp>
          <p:nvSpPr>
            <p:cNvPr id="186" name="Google Shape;186;p15"/>
            <p:cNvSpPr/>
            <p:nvPr/>
          </p:nvSpPr>
          <p:spPr>
            <a:xfrm>
              <a:off x="992838" y="904500"/>
              <a:ext cx="5250300" cy="33345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992839" y="904525"/>
              <a:ext cx="5250300" cy="311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15"/>
            <p:cNvGrpSpPr/>
            <p:nvPr/>
          </p:nvGrpSpPr>
          <p:grpSpPr>
            <a:xfrm flipH="1" rot="10800000">
              <a:off x="1110661" y="1018658"/>
              <a:ext cx="376790" cy="82489"/>
              <a:chOff x="5578333" y="744468"/>
              <a:chExt cx="431653" cy="94500"/>
            </a:xfrm>
          </p:grpSpPr>
          <p:sp>
            <p:nvSpPr>
              <p:cNvPr id="189" name="Google Shape;189;p15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2" name="Google Shape;192;p15"/>
          <p:cNvGrpSpPr/>
          <p:nvPr/>
        </p:nvGrpSpPr>
        <p:grpSpPr>
          <a:xfrm>
            <a:off x="5273838" y="1640250"/>
            <a:ext cx="2877315" cy="1945800"/>
            <a:chOff x="5273838" y="1640250"/>
            <a:chExt cx="2877315" cy="1945800"/>
          </a:xfrm>
        </p:grpSpPr>
        <p:sp>
          <p:nvSpPr>
            <p:cNvPr id="193" name="Google Shape;193;p15"/>
            <p:cNvSpPr/>
            <p:nvPr/>
          </p:nvSpPr>
          <p:spPr>
            <a:xfrm>
              <a:off x="5273838" y="1640250"/>
              <a:ext cx="2877300" cy="1945800"/>
            </a:xfrm>
            <a:prstGeom prst="roundRect">
              <a:avLst>
                <a:gd fmla="val 1492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5273853" y="1640275"/>
              <a:ext cx="2877300" cy="311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" name="Google Shape;195;p15"/>
            <p:cNvGrpSpPr/>
            <p:nvPr/>
          </p:nvGrpSpPr>
          <p:grpSpPr>
            <a:xfrm flipH="1" rot="10800000">
              <a:off x="5391661" y="1754408"/>
              <a:ext cx="376790" cy="82489"/>
              <a:chOff x="5578333" y="744468"/>
              <a:chExt cx="431653" cy="94500"/>
            </a:xfrm>
          </p:grpSpPr>
          <p:sp>
            <p:nvSpPr>
              <p:cNvPr id="196" name="Google Shape;196;p15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9" name="Google Shape;199;p15"/>
          <p:cNvSpPr txBox="1"/>
          <p:nvPr>
            <p:ph hasCustomPrompt="1" type="title"/>
          </p:nvPr>
        </p:nvSpPr>
        <p:spPr>
          <a:xfrm>
            <a:off x="1296525" y="2183825"/>
            <a:ext cx="3726300" cy="11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0" name="Google Shape;200;p15"/>
          <p:cNvSpPr txBox="1"/>
          <p:nvPr>
            <p:ph idx="1" type="subTitle"/>
          </p:nvPr>
        </p:nvSpPr>
        <p:spPr>
          <a:xfrm>
            <a:off x="5453863" y="2347025"/>
            <a:ext cx="2517300" cy="8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6"/>
          <p:cNvGrpSpPr/>
          <p:nvPr/>
        </p:nvGrpSpPr>
        <p:grpSpPr>
          <a:xfrm>
            <a:off x="1214950" y="683850"/>
            <a:ext cx="6714114" cy="3775800"/>
            <a:chOff x="1214950" y="683850"/>
            <a:chExt cx="6714114" cy="3775800"/>
          </a:xfrm>
        </p:grpSpPr>
        <p:sp>
          <p:nvSpPr>
            <p:cNvPr id="203" name="Google Shape;203;p16"/>
            <p:cNvSpPr/>
            <p:nvPr/>
          </p:nvSpPr>
          <p:spPr>
            <a:xfrm>
              <a:off x="1214950" y="683850"/>
              <a:ext cx="6712800" cy="37758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1216264" y="683850"/>
              <a:ext cx="6712800" cy="37758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5" name="Google Shape;205;p16"/>
            <p:cNvGrpSpPr/>
            <p:nvPr/>
          </p:nvGrpSpPr>
          <p:grpSpPr>
            <a:xfrm flipH="1" rot="10800000">
              <a:off x="4223153" y="4134459"/>
              <a:ext cx="825589" cy="93999"/>
              <a:chOff x="5718423" y="809024"/>
              <a:chExt cx="830071" cy="94500"/>
            </a:xfrm>
          </p:grpSpPr>
          <p:sp>
            <p:nvSpPr>
              <p:cNvPr id="206" name="Google Shape;206;p1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16"/>
            <p:cNvGrpSpPr/>
            <p:nvPr/>
          </p:nvGrpSpPr>
          <p:grpSpPr>
            <a:xfrm>
              <a:off x="1513591" y="878275"/>
              <a:ext cx="6115500" cy="262500"/>
              <a:chOff x="3646122" y="393414"/>
              <a:chExt cx="6115500" cy="262500"/>
            </a:xfrm>
          </p:grpSpPr>
          <p:sp>
            <p:nvSpPr>
              <p:cNvPr id="211" name="Google Shape;211;p16"/>
              <p:cNvSpPr/>
              <p:nvPr/>
            </p:nvSpPr>
            <p:spPr>
              <a:xfrm>
                <a:off x="3646122" y="393414"/>
                <a:ext cx="61155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2" name="Google Shape;212;p16"/>
              <p:cNvGrpSpPr/>
              <p:nvPr/>
            </p:nvGrpSpPr>
            <p:grpSpPr>
              <a:xfrm flipH="1" rot="10800000">
                <a:off x="3850212" y="483688"/>
                <a:ext cx="429322" cy="93999"/>
                <a:chOff x="9164898" y="744468"/>
                <a:chExt cx="431653" cy="94500"/>
              </a:xfrm>
            </p:grpSpPr>
            <p:sp>
              <p:nvSpPr>
                <p:cNvPr id="213" name="Google Shape;213;p16"/>
                <p:cNvSpPr/>
                <p:nvPr/>
              </p:nvSpPr>
              <p:spPr>
                <a:xfrm>
                  <a:off x="9164898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" name="Google Shape;214;p16"/>
                <p:cNvSpPr/>
                <p:nvPr/>
              </p:nvSpPr>
              <p:spPr>
                <a:xfrm>
                  <a:off x="9333475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" name="Google Shape;215;p16"/>
                <p:cNvSpPr/>
                <p:nvPr/>
              </p:nvSpPr>
              <p:spPr>
                <a:xfrm>
                  <a:off x="9502051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16" name="Google Shape;216;p16"/>
          <p:cNvSpPr txBox="1"/>
          <p:nvPr>
            <p:ph type="title"/>
          </p:nvPr>
        </p:nvSpPr>
        <p:spPr>
          <a:xfrm>
            <a:off x="2260900" y="1488475"/>
            <a:ext cx="3402600" cy="13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7" name="Google Shape;217;p16"/>
          <p:cNvSpPr txBox="1"/>
          <p:nvPr>
            <p:ph idx="1" type="subTitle"/>
          </p:nvPr>
        </p:nvSpPr>
        <p:spPr>
          <a:xfrm>
            <a:off x="2260899" y="3051871"/>
            <a:ext cx="27513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6"/>
          <p:cNvSpPr txBox="1"/>
          <p:nvPr>
            <p:ph hasCustomPrompt="1" idx="2" type="title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7"/>
          <p:cNvGrpSpPr/>
          <p:nvPr/>
        </p:nvGrpSpPr>
        <p:grpSpPr>
          <a:xfrm>
            <a:off x="1146886" y="734700"/>
            <a:ext cx="6850227" cy="3674100"/>
            <a:chOff x="844825" y="516450"/>
            <a:chExt cx="7706409" cy="3674100"/>
          </a:xfrm>
        </p:grpSpPr>
        <p:sp>
          <p:nvSpPr>
            <p:cNvPr id="221" name="Google Shape;221;p17"/>
            <p:cNvSpPr/>
            <p:nvPr/>
          </p:nvSpPr>
          <p:spPr>
            <a:xfrm>
              <a:off x="844825" y="516450"/>
              <a:ext cx="7704900" cy="36741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846334" y="516450"/>
              <a:ext cx="7704900" cy="36741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17"/>
          <p:cNvSpPr/>
          <p:nvPr/>
        </p:nvSpPr>
        <p:spPr>
          <a:xfrm>
            <a:off x="1489650" y="970075"/>
            <a:ext cx="6164700" cy="2625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D2D6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17"/>
          <p:cNvGrpSpPr/>
          <p:nvPr/>
        </p:nvGrpSpPr>
        <p:grpSpPr>
          <a:xfrm flipH="1" rot="10800000">
            <a:off x="1638694" y="1060348"/>
            <a:ext cx="429322" cy="93999"/>
            <a:chOff x="9164898" y="744468"/>
            <a:chExt cx="431653" cy="94500"/>
          </a:xfrm>
        </p:grpSpPr>
        <p:sp>
          <p:nvSpPr>
            <p:cNvPr id="225" name="Google Shape;225;p17"/>
            <p:cNvSpPr/>
            <p:nvPr/>
          </p:nvSpPr>
          <p:spPr>
            <a:xfrm>
              <a:off x="9164898" y="744468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5352EE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9333475" y="744468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5352EE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9502051" y="744468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5352EE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17"/>
          <p:cNvGrpSpPr/>
          <p:nvPr/>
        </p:nvGrpSpPr>
        <p:grpSpPr>
          <a:xfrm flipH="1" rot="10800000">
            <a:off x="4311103" y="4053859"/>
            <a:ext cx="825589" cy="93999"/>
            <a:chOff x="5718423" y="809024"/>
            <a:chExt cx="830071" cy="94500"/>
          </a:xfrm>
        </p:grpSpPr>
        <p:sp>
          <p:nvSpPr>
            <p:cNvPr id="229" name="Google Shape;229;p1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7"/>
          <p:cNvSpPr txBox="1"/>
          <p:nvPr>
            <p:ph type="title"/>
          </p:nvPr>
        </p:nvSpPr>
        <p:spPr>
          <a:xfrm>
            <a:off x="2728575" y="1623825"/>
            <a:ext cx="4228800" cy="12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4" name="Google Shape;234;p17"/>
          <p:cNvSpPr txBox="1"/>
          <p:nvPr>
            <p:ph idx="1" type="subTitle"/>
          </p:nvPr>
        </p:nvSpPr>
        <p:spPr>
          <a:xfrm>
            <a:off x="2728700" y="3121200"/>
            <a:ext cx="4228800" cy="4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7"/>
          <p:cNvSpPr txBox="1"/>
          <p:nvPr>
            <p:ph hasCustomPrompt="1" idx="2" type="title"/>
          </p:nvPr>
        </p:nvSpPr>
        <p:spPr>
          <a:xfrm>
            <a:off x="7267582" y="1826275"/>
            <a:ext cx="9690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38" name="Google Shape;238;p1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0" name="Google Shape;240;p18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" name="Google Shape;245;p1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46" name="Google Shape;246;p1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7" name="Google Shape;247;p18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48" name="Google Shape;248;p1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" name="Google Shape;249;p1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1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51" name="Google Shape;251;p18"/>
          <p:cNvSpPr txBox="1"/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18"/>
          <p:cNvSpPr txBox="1"/>
          <p:nvPr>
            <p:ph idx="1" type="subTitle"/>
          </p:nvPr>
        </p:nvSpPr>
        <p:spPr>
          <a:xfrm>
            <a:off x="1575538" y="3636525"/>
            <a:ext cx="1997400" cy="7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8"/>
          <p:cNvSpPr txBox="1"/>
          <p:nvPr>
            <p:ph idx="2" type="subTitle"/>
          </p:nvPr>
        </p:nvSpPr>
        <p:spPr>
          <a:xfrm>
            <a:off x="5424070" y="3636525"/>
            <a:ext cx="1997400" cy="7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8"/>
          <p:cNvSpPr txBox="1"/>
          <p:nvPr>
            <p:ph idx="3" type="subTitle"/>
          </p:nvPr>
        </p:nvSpPr>
        <p:spPr>
          <a:xfrm>
            <a:off x="1974014" y="3329600"/>
            <a:ext cx="1599000" cy="2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5" name="Google Shape;255;p18"/>
          <p:cNvSpPr txBox="1"/>
          <p:nvPr>
            <p:ph idx="4" type="subTitle"/>
          </p:nvPr>
        </p:nvSpPr>
        <p:spPr>
          <a:xfrm>
            <a:off x="5424087" y="3329600"/>
            <a:ext cx="1599000" cy="2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58" name="Google Shape;258;p1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0" name="Google Shape;260;p19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61" name="Google Shape;261;p1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" name="Google Shape;265;p1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66" name="Google Shape;266;p1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7" name="Google Shape;267;p19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68" name="Google Shape;268;p1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" name="Google Shape;269;p1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1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71" name="Google Shape;271;p19"/>
          <p:cNvSpPr txBox="1"/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4244613" y="1724175"/>
            <a:ext cx="2834100" cy="10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9"/>
          <p:cNvSpPr txBox="1"/>
          <p:nvPr>
            <p:ph idx="2" type="subTitle"/>
          </p:nvPr>
        </p:nvSpPr>
        <p:spPr>
          <a:xfrm>
            <a:off x="4244613" y="3165775"/>
            <a:ext cx="2834100" cy="10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9"/>
          <p:cNvSpPr txBox="1"/>
          <p:nvPr>
            <p:ph idx="3" type="subTitle"/>
          </p:nvPr>
        </p:nvSpPr>
        <p:spPr>
          <a:xfrm>
            <a:off x="2443939" y="1811150"/>
            <a:ext cx="1599000" cy="2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4" type="subTitle"/>
          </p:nvPr>
        </p:nvSpPr>
        <p:spPr>
          <a:xfrm>
            <a:off x="2443937" y="3252775"/>
            <a:ext cx="1599000" cy="2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78" name="Google Shape;278;p2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0" name="Google Shape;280;p20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2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86" name="Google Shape;286;p2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7" name="Google Shape;287;p20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88" name="Google Shape;288;p2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p2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2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91" name="Google Shape;291;p20"/>
          <p:cNvSpPr txBox="1"/>
          <p:nvPr>
            <p:ph type="ctrTitle"/>
          </p:nvPr>
        </p:nvSpPr>
        <p:spPr>
          <a:xfrm>
            <a:off x="4884802" y="687900"/>
            <a:ext cx="34890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292" name="Google Shape;292;p20"/>
          <p:cNvSpPr txBox="1"/>
          <p:nvPr>
            <p:ph idx="1" type="subTitle"/>
          </p:nvPr>
        </p:nvSpPr>
        <p:spPr>
          <a:xfrm>
            <a:off x="4884806" y="1054907"/>
            <a:ext cx="3387000" cy="4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3" name="Google Shape;293;p20"/>
          <p:cNvSpPr txBox="1"/>
          <p:nvPr>
            <p:ph hasCustomPrompt="1" idx="2" type="title"/>
          </p:nvPr>
        </p:nvSpPr>
        <p:spPr>
          <a:xfrm>
            <a:off x="3900975" y="685907"/>
            <a:ext cx="983700" cy="8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20"/>
          <p:cNvSpPr txBox="1"/>
          <p:nvPr>
            <p:ph idx="3" type="ctrTitle"/>
          </p:nvPr>
        </p:nvSpPr>
        <p:spPr>
          <a:xfrm>
            <a:off x="4884822" y="1702321"/>
            <a:ext cx="34890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295" name="Google Shape;295;p20"/>
          <p:cNvSpPr txBox="1"/>
          <p:nvPr>
            <p:ph idx="4" type="subTitle"/>
          </p:nvPr>
        </p:nvSpPr>
        <p:spPr>
          <a:xfrm>
            <a:off x="4884825" y="2072152"/>
            <a:ext cx="3386700" cy="4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6" name="Google Shape;296;p20"/>
          <p:cNvSpPr txBox="1"/>
          <p:nvPr>
            <p:ph hasCustomPrompt="1" idx="5" type="title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20"/>
          <p:cNvSpPr txBox="1"/>
          <p:nvPr>
            <p:ph idx="6" type="ctrTitle"/>
          </p:nvPr>
        </p:nvSpPr>
        <p:spPr>
          <a:xfrm>
            <a:off x="4884800" y="2716750"/>
            <a:ext cx="34890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298" name="Google Shape;298;p20"/>
          <p:cNvSpPr txBox="1"/>
          <p:nvPr>
            <p:ph idx="7" type="subTitle"/>
          </p:nvPr>
        </p:nvSpPr>
        <p:spPr>
          <a:xfrm>
            <a:off x="4884806" y="3082546"/>
            <a:ext cx="3387000" cy="4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9" name="Google Shape;299;p20"/>
          <p:cNvSpPr txBox="1"/>
          <p:nvPr>
            <p:ph hasCustomPrompt="1" idx="8" type="title"/>
          </p:nvPr>
        </p:nvSpPr>
        <p:spPr>
          <a:xfrm>
            <a:off x="3900975" y="2708167"/>
            <a:ext cx="983700" cy="8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20"/>
          <p:cNvSpPr txBox="1"/>
          <p:nvPr>
            <p:ph idx="9" type="subTitle"/>
          </p:nvPr>
        </p:nvSpPr>
        <p:spPr>
          <a:xfrm>
            <a:off x="4884804" y="4105722"/>
            <a:ext cx="3386700" cy="492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01" name="Google Shape;301;p20"/>
          <p:cNvSpPr txBox="1"/>
          <p:nvPr>
            <p:ph hasCustomPrompt="1" idx="13" type="title"/>
          </p:nvPr>
        </p:nvSpPr>
        <p:spPr>
          <a:xfrm>
            <a:off x="3900975" y="3731625"/>
            <a:ext cx="983400" cy="86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302" name="Google Shape;302;p20"/>
          <p:cNvSpPr txBox="1"/>
          <p:nvPr>
            <p:ph idx="14" type="ctrTitle"/>
          </p:nvPr>
        </p:nvSpPr>
        <p:spPr>
          <a:xfrm>
            <a:off x="4884800" y="3737199"/>
            <a:ext cx="3488700" cy="367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303" name="Google Shape;303;p20"/>
          <p:cNvSpPr txBox="1"/>
          <p:nvPr>
            <p:ph idx="15" type="title"/>
          </p:nvPr>
        </p:nvSpPr>
        <p:spPr>
          <a:xfrm>
            <a:off x="822750" y="2035128"/>
            <a:ext cx="2835900" cy="10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1"/>
          <p:cNvGrpSpPr/>
          <p:nvPr/>
        </p:nvGrpSpPr>
        <p:grpSpPr>
          <a:xfrm>
            <a:off x="358350" y="702407"/>
            <a:ext cx="8428950" cy="3896700"/>
            <a:chOff x="358350" y="258050"/>
            <a:chExt cx="8428950" cy="3896700"/>
          </a:xfrm>
        </p:grpSpPr>
        <p:sp>
          <p:nvSpPr>
            <p:cNvPr id="306" name="Google Shape;306;p21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8" name="Google Shape;308;p21"/>
            <p:cNvGrpSpPr/>
            <p:nvPr/>
          </p:nvGrpSpPr>
          <p:grpSpPr>
            <a:xfrm flipH="1" rot="10800000">
              <a:off x="4159199" y="3876195"/>
              <a:ext cx="825589" cy="93999"/>
              <a:chOff x="5718423" y="1594450"/>
              <a:chExt cx="830071" cy="94500"/>
            </a:xfrm>
          </p:grpSpPr>
          <p:sp>
            <p:nvSpPr>
              <p:cNvPr id="309" name="Google Shape;309;p21"/>
              <p:cNvSpPr/>
              <p:nvPr/>
            </p:nvSpPr>
            <p:spPr>
              <a:xfrm>
                <a:off x="5718423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1"/>
              <p:cNvSpPr/>
              <p:nvPr/>
            </p:nvSpPr>
            <p:spPr>
              <a:xfrm>
                <a:off x="596361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1"/>
              <p:cNvSpPr/>
              <p:nvPr/>
            </p:nvSpPr>
            <p:spPr>
              <a:xfrm>
                <a:off x="620880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1"/>
              <p:cNvSpPr/>
              <p:nvPr/>
            </p:nvSpPr>
            <p:spPr>
              <a:xfrm>
                <a:off x="645399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3" name="Google Shape;313;p2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14" name="Google Shape;314;p2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5" name="Google Shape;315;p21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16" name="Google Shape;316;p2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2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2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19" name="Google Shape;319;p21"/>
          <p:cNvSpPr txBox="1"/>
          <p:nvPr>
            <p:ph type="title"/>
          </p:nvPr>
        </p:nvSpPr>
        <p:spPr>
          <a:xfrm>
            <a:off x="2866621" y="3590050"/>
            <a:ext cx="3414000" cy="29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0" name="Google Shape;320;p21"/>
          <p:cNvSpPr txBox="1"/>
          <p:nvPr>
            <p:ph idx="1" type="subTitle"/>
          </p:nvPr>
        </p:nvSpPr>
        <p:spPr>
          <a:xfrm>
            <a:off x="1909325" y="1464950"/>
            <a:ext cx="5332200" cy="198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2"/>
          <p:cNvGrpSpPr/>
          <p:nvPr/>
        </p:nvGrpSpPr>
        <p:grpSpPr>
          <a:xfrm>
            <a:off x="358350" y="702407"/>
            <a:ext cx="8428950" cy="3896700"/>
            <a:chOff x="358350" y="258050"/>
            <a:chExt cx="8428950" cy="3896700"/>
          </a:xfrm>
        </p:grpSpPr>
        <p:sp>
          <p:nvSpPr>
            <p:cNvPr id="323" name="Google Shape;323;p22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5" name="Google Shape;325;p22"/>
            <p:cNvGrpSpPr/>
            <p:nvPr/>
          </p:nvGrpSpPr>
          <p:grpSpPr>
            <a:xfrm flipH="1" rot="10800000">
              <a:off x="4159199" y="3876195"/>
              <a:ext cx="825589" cy="93999"/>
              <a:chOff x="5718423" y="1594450"/>
              <a:chExt cx="830071" cy="94500"/>
            </a:xfrm>
          </p:grpSpPr>
          <p:sp>
            <p:nvSpPr>
              <p:cNvPr id="326" name="Google Shape;326;p22"/>
              <p:cNvSpPr/>
              <p:nvPr/>
            </p:nvSpPr>
            <p:spPr>
              <a:xfrm>
                <a:off x="5718423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596361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2"/>
              <p:cNvSpPr/>
              <p:nvPr/>
            </p:nvSpPr>
            <p:spPr>
              <a:xfrm>
                <a:off x="620880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2"/>
              <p:cNvSpPr/>
              <p:nvPr/>
            </p:nvSpPr>
            <p:spPr>
              <a:xfrm>
                <a:off x="645399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2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31" name="Google Shape;331;p2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2" name="Google Shape;332;p22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33" name="Google Shape;333;p2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2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2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36" name="Google Shape;336;p22"/>
          <p:cNvSpPr txBox="1"/>
          <p:nvPr>
            <p:ph type="title"/>
          </p:nvPr>
        </p:nvSpPr>
        <p:spPr>
          <a:xfrm>
            <a:off x="897875" y="3590050"/>
            <a:ext cx="3414000" cy="29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7" name="Google Shape;337;p22"/>
          <p:cNvSpPr txBox="1"/>
          <p:nvPr>
            <p:ph idx="1" type="subTitle"/>
          </p:nvPr>
        </p:nvSpPr>
        <p:spPr>
          <a:xfrm>
            <a:off x="897875" y="1464950"/>
            <a:ext cx="4849200" cy="198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2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40" name="Google Shape;340;p2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2" name="Google Shape;342;p23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43" name="Google Shape;343;p2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7" name="Google Shape;347;p2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48" name="Google Shape;348;p2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9" name="Google Shape;349;p23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50" name="Google Shape;350;p2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2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2" name="Google Shape;352;p2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53" name="Google Shape;353;p23"/>
          <p:cNvSpPr txBox="1"/>
          <p:nvPr>
            <p:ph type="title"/>
          </p:nvPr>
        </p:nvSpPr>
        <p:spPr>
          <a:xfrm>
            <a:off x="726425" y="1404007"/>
            <a:ext cx="3558900" cy="162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23"/>
          <p:cNvSpPr txBox="1"/>
          <p:nvPr>
            <p:ph idx="1" type="subTitle"/>
          </p:nvPr>
        </p:nvSpPr>
        <p:spPr>
          <a:xfrm>
            <a:off x="726425" y="3047207"/>
            <a:ext cx="2668200" cy="11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57" name="Google Shape;357;p2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9" name="Google Shape;359;p24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4" name="Google Shape;364;p2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65" name="Google Shape;365;p2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66" name="Google Shape;366;p24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67" name="Google Shape;367;p2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8" name="Google Shape;368;p2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9" name="Google Shape;369;p2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70" name="Google Shape;370;p24"/>
          <p:cNvSpPr txBox="1"/>
          <p:nvPr>
            <p:ph type="title"/>
          </p:nvPr>
        </p:nvSpPr>
        <p:spPr>
          <a:xfrm>
            <a:off x="1755450" y="1674196"/>
            <a:ext cx="2811000" cy="7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24"/>
          <p:cNvSpPr txBox="1"/>
          <p:nvPr>
            <p:ph idx="1" type="subTitle"/>
          </p:nvPr>
        </p:nvSpPr>
        <p:spPr>
          <a:xfrm>
            <a:off x="1755375" y="2424696"/>
            <a:ext cx="2811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74" name="Google Shape;374;p2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6" name="Google Shape;376;p25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77" name="Google Shape;377;p2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1" name="Google Shape;381;p2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82" name="Google Shape;382;p2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25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84" name="Google Shape;384;p2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2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" name="Google Shape;386;p2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87" name="Google Shape;387;p25"/>
          <p:cNvSpPr txBox="1"/>
          <p:nvPr>
            <p:ph type="title"/>
          </p:nvPr>
        </p:nvSpPr>
        <p:spPr>
          <a:xfrm>
            <a:off x="4574850" y="1674196"/>
            <a:ext cx="2811000" cy="7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8" name="Google Shape;388;p25"/>
          <p:cNvSpPr txBox="1"/>
          <p:nvPr>
            <p:ph idx="1" type="subTitle"/>
          </p:nvPr>
        </p:nvSpPr>
        <p:spPr>
          <a:xfrm>
            <a:off x="4574775" y="2424696"/>
            <a:ext cx="2811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2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91" name="Google Shape;391;p2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3" name="Google Shape;393;p26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94" name="Google Shape;394;p2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8" name="Google Shape;398;p2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99" name="Google Shape;399;p2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00" name="Google Shape;400;p26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01" name="Google Shape;401;p2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" name="Google Shape;402;p2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" name="Google Shape;403;p2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404" name="Google Shape;404;p26"/>
          <p:cNvSpPr txBox="1"/>
          <p:nvPr>
            <p:ph idx="1" type="subTitle"/>
          </p:nvPr>
        </p:nvSpPr>
        <p:spPr>
          <a:xfrm>
            <a:off x="4072200" y="2281539"/>
            <a:ext cx="4121400" cy="11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26"/>
          <p:cNvSpPr txBox="1"/>
          <p:nvPr>
            <p:ph type="title"/>
          </p:nvPr>
        </p:nvSpPr>
        <p:spPr>
          <a:xfrm>
            <a:off x="4072200" y="1704639"/>
            <a:ext cx="4121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2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08" name="Google Shape;408;p2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1" name="Google Shape;411;p27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12" name="Google Shape;412;p2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6" name="Google Shape;416;p27"/>
          <p:cNvSpPr txBox="1"/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27"/>
          <p:cNvSpPr txBox="1"/>
          <p:nvPr>
            <p:ph idx="1" type="body"/>
          </p:nvPr>
        </p:nvSpPr>
        <p:spPr>
          <a:xfrm>
            <a:off x="720000" y="1559925"/>
            <a:ext cx="3852000" cy="7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_1_1_1_1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2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20" name="Google Shape;420;p2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2" name="Google Shape;422;p28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23" name="Google Shape;423;p2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" name="Google Shape;427;p2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28" name="Google Shape;428;p2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9" name="Google Shape;429;p28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30" name="Google Shape;430;p2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p2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" name="Google Shape;432;p2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433" name="Google Shape;433;p28"/>
          <p:cNvGrpSpPr/>
          <p:nvPr/>
        </p:nvGrpSpPr>
        <p:grpSpPr>
          <a:xfrm>
            <a:off x="1675800" y="1182000"/>
            <a:ext cx="5792402" cy="2779500"/>
            <a:chOff x="1675800" y="1182000"/>
            <a:chExt cx="5792402" cy="2779500"/>
          </a:xfrm>
        </p:grpSpPr>
        <p:sp>
          <p:nvSpPr>
            <p:cNvPr id="434" name="Google Shape;434;p28"/>
            <p:cNvSpPr/>
            <p:nvPr/>
          </p:nvSpPr>
          <p:spPr>
            <a:xfrm>
              <a:off x="1675800" y="1182000"/>
              <a:ext cx="5792400" cy="27795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1675802" y="1182025"/>
              <a:ext cx="5792400" cy="311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6" name="Google Shape;436;p28"/>
            <p:cNvGrpSpPr/>
            <p:nvPr/>
          </p:nvGrpSpPr>
          <p:grpSpPr>
            <a:xfrm flipH="1" rot="10800000">
              <a:off x="1793624" y="1296158"/>
              <a:ext cx="376790" cy="82489"/>
              <a:chOff x="5578333" y="744468"/>
              <a:chExt cx="431653" cy="94500"/>
            </a:xfrm>
          </p:grpSpPr>
          <p:sp>
            <p:nvSpPr>
              <p:cNvPr id="437" name="Google Shape;437;p28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8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8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0" name="Google Shape;440;p28"/>
          <p:cNvSpPr txBox="1"/>
          <p:nvPr>
            <p:ph idx="1" type="subTitle"/>
          </p:nvPr>
        </p:nvSpPr>
        <p:spPr>
          <a:xfrm>
            <a:off x="2511300" y="2474439"/>
            <a:ext cx="4121400" cy="11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28"/>
          <p:cNvSpPr txBox="1"/>
          <p:nvPr>
            <p:ph type="title"/>
          </p:nvPr>
        </p:nvSpPr>
        <p:spPr>
          <a:xfrm>
            <a:off x="2511300" y="1897539"/>
            <a:ext cx="4121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_1_1_1_1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44" name="Google Shape;444;p2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6" name="Google Shape;446;p29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47" name="Google Shape;447;p2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1" name="Google Shape;451;p2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52" name="Google Shape;452;p2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3" name="Google Shape;453;p29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54" name="Google Shape;454;p2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2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" name="Google Shape;456;p2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457" name="Google Shape;457;p29"/>
          <p:cNvSpPr txBox="1"/>
          <p:nvPr>
            <p:ph idx="1" type="subTitle"/>
          </p:nvPr>
        </p:nvSpPr>
        <p:spPr>
          <a:xfrm>
            <a:off x="1432200" y="1200850"/>
            <a:ext cx="6279600" cy="37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29"/>
          <p:cNvSpPr txBox="1"/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_1_1_1_1_2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3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61" name="Google Shape;461;p3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" name="Google Shape;463;p30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64" name="Google Shape;464;p3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3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3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8" name="Google Shape;468;p3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69" name="Google Shape;469;p3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0" name="Google Shape;470;p30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71" name="Google Shape;471;p3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2" name="Google Shape;472;p3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3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474" name="Google Shape;474;p30"/>
          <p:cNvSpPr txBox="1"/>
          <p:nvPr>
            <p:ph idx="1" type="subTitle"/>
          </p:nvPr>
        </p:nvSpPr>
        <p:spPr>
          <a:xfrm>
            <a:off x="974400" y="1490700"/>
            <a:ext cx="3509100" cy="12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30"/>
          <p:cNvSpPr txBox="1"/>
          <p:nvPr>
            <p:ph type="title"/>
          </p:nvPr>
        </p:nvSpPr>
        <p:spPr>
          <a:xfrm>
            <a:off x="974400" y="918000"/>
            <a:ext cx="3509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_1_1_1_1_2_2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"/>
          <p:cNvSpPr txBox="1"/>
          <p:nvPr>
            <p:ph idx="1" type="subTitle"/>
          </p:nvPr>
        </p:nvSpPr>
        <p:spPr>
          <a:xfrm>
            <a:off x="720000" y="1246475"/>
            <a:ext cx="4214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1"/>
          <p:cNvSpPr txBox="1"/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79" name="Google Shape;479;p3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80" name="Google Shape;480;p3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2" name="Google Shape;482;p31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83" name="Google Shape;483;p3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3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7" name="Google Shape;487;p3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88" name="Google Shape;488;p3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89" name="Google Shape;489;p31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90" name="Google Shape;490;p3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3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3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3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95" name="Google Shape;495;p3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8" name="Google Shape;498;p32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99" name="Google Shape;499;p3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3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3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3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3" name="Google Shape;503;p32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4" name="Google Shape;504;p32"/>
          <p:cNvSpPr txBox="1"/>
          <p:nvPr>
            <p:ph idx="1" type="body"/>
          </p:nvPr>
        </p:nvSpPr>
        <p:spPr>
          <a:xfrm>
            <a:off x="720000" y="1549770"/>
            <a:ext cx="3852000" cy="22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505" name="Google Shape;505;p32"/>
          <p:cNvSpPr txBox="1"/>
          <p:nvPr>
            <p:ph idx="2" type="body"/>
          </p:nvPr>
        </p:nvSpPr>
        <p:spPr>
          <a:xfrm>
            <a:off x="4572000" y="1549770"/>
            <a:ext cx="3852000" cy="22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3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08" name="Google Shape;508;p3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33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11" name="Google Shape;511;p3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3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3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5" name="Google Shape;515;p3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16" name="Google Shape;516;p3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17" name="Google Shape;517;p33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18" name="Google Shape;518;p3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9" name="Google Shape;519;p3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0" name="Google Shape;520;p3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21" name="Google Shape;521;p33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2" name="Google Shape;522;p33"/>
          <p:cNvSpPr txBox="1"/>
          <p:nvPr>
            <p:ph idx="2" type="title"/>
          </p:nvPr>
        </p:nvSpPr>
        <p:spPr>
          <a:xfrm>
            <a:off x="906874" y="3252600"/>
            <a:ext cx="1948800" cy="2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33"/>
          <p:cNvSpPr txBox="1"/>
          <p:nvPr>
            <p:ph idx="1" type="subTitle"/>
          </p:nvPr>
        </p:nvSpPr>
        <p:spPr>
          <a:xfrm>
            <a:off x="906875" y="3620706"/>
            <a:ext cx="19488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33"/>
          <p:cNvSpPr txBox="1"/>
          <p:nvPr>
            <p:ph idx="3" type="title"/>
          </p:nvPr>
        </p:nvSpPr>
        <p:spPr>
          <a:xfrm>
            <a:off x="3602688" y="3252593"/>
            <a:ext cx="1948800" cy="2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5" name="Google Shape;525;p33"/>
          <p:cNvSpPr txBox="1"/>
          <p:nvPr>
            <p:ph idx="4" type="subTitle"/>
          </p:nvPr>
        </p:nvSpPr>
        <p:spPr>
          <a:xfrm>
            <a:off x="3602686" y="3620704"/>
            <a:ext cx="19488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33"/>
          <p:cNvSpPr txBox="1"/>
          <p:nvPr>
            <p:ph idx="5" type="title"/>
          </p:nvPr>
        </p:nvSpPr>
        <p:spPr>
          <a:xfrm>
            <a:off x="6295930" y="3252550"/>
            <a:ext cx="1948800" cy="2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7" name="Google Shape;527;p33"/>
          <p:cNvSpPr txBox="1"/>
          <p:nvPr>
            <p:ph idx="6" type="subTitle"/>
          </p:nvPr>
        </p:nvSpPr>
        <p:spPr>
          <a:xfrm>
            <a:off x="6295925" y="3620706"/>
            <a:ext cx="19488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1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3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30" name="Google Shape;530;p3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2" name="Google Shape;532;p34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33" name="Google Shape;533;p3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7" name="Google Shape;537;p3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38" name="Google Shape;538;p3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9" name="Google Shape;539;p34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40" name="Google Shape;540;p3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p3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2" name="Google Shape;542;p3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43" name="Google Shape;543;p34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4" name="Google Shape;544;p34"/>
          <p:cNvSpPr txBox="1"/>
          <p:nvPr>
            <p:ph idx="2" type="title"/>
          </p:nvPr>
        </p:nvSpPr>
        <p:spPr>
          <a:xfrm>
            <a:off x="1005900" y="1544225"/>
            <a:ext cx="23364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4"/>
          <p:cNvSpPr txBox="1"/>
          <p:nvPr>
            <p:ph idx="1" type="subTitle"/>
          </p:nvPr>
        </p:nvSpPr>
        <p:spPr>
          <a:xfrm>
            <a:off x="1005900" y="2059779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" name="Google Shape;546;p34"/>
          <p:cNvSpPr txBox="1"/>
          <p:nvPr>
            <p:ph idx="3" type="title"/>
          </p:nvPr>
        </p:nvSpPr>
        <p:spPr>
          <a:xfrm>
            <a:off x="3403800" y="3126775"/>
            <a:ext cx="23364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4"/>
          <p:cNvSpPr txBox="1"/>
          <p:nvPr>
            <p:ph idx="4" type="subTitle"/>
          </p:nvPr>
        </p:nvSpPr>
        <p:spPr>
          <a:xfrm>
            <a:off x="3403800" y="3641923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34"/>
          <p:cNvSpPr txBox="1"/>
          <p:nvPr>
            <p:ph idx="5" type="title"/>
          </p:nvPr>
        </p:nvSpPr>
        <p:spPr>
          <a:xfrm>
            <a:off x="5801693" y="1544225"/>
            <a:ext cx="23364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4"/>
          <p:cNvSpPr txBox="1"/>
          <p:nvPr>
            <p:ph idx="6" type="subTitle"/>
          </p:nvPr>
        </p:nvSpPr>
        <p:spPr>
          <a:xfrm>
            <a:off x="5801693" y="2059779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52" name="Google Shape;552;p3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35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55" name="Google Shape;555;p3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3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3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3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9" name="Google Shape;559;p3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60" name="Google Shape;560;p3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1" name="Google Shape;561;p35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62" name="Google Shape;562;p3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65" name="Google Shape;565;p35"/>
          <p:cNvSpPr txBox="1"/>
          <p:nvPr>
            <p:ph type="title"/>
          </p:nvPr>
        </p:nvSpPr>
        <p:spPr>
          <a:xfrm>
            <a:off x="1005900" y="1335713"/>
            <a:ext cx="3275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6" name="Google Shape;566;p35"/>
          <p:cNvSpPr txBox="1"/>
          <p:nvPr>
            <p:ph idx="2" type="title"/>
          </p:nvPr>
        </p:nvSpPr>
        <p:spPr>
          <a:xfrm>
            <a:off x="1005900" y="2791688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35"/>
          <p:cNvSpPr txBox="1"/>
          <p:nvPr>
            <p:ph idx="1" type="subTitle"/>
          </p:nvPr>
        </p:nvSpPr>
        <p:spPr>
          <a:xfrm>
            <a:off x="1005900" y="3260513"/>
            <a:ext cx="3056100" cy="6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35"/>
          <p:cNvSpPr txBox="1"/>
          <p:nvPr>
            <p:ph idx="3" type="title"/>
          </p:nvPr>
        </p:nvSpPr>
        <p:spPr>
          <a:xfrm>
            <a:off x="4978202" y="2791688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9" name="Google Shape;569;p35"/>
          <p:cNvSpPr txBox="1"/>
          <p:nvPr>
            <p:ph idx="4" type="subTitle"/>
          </p:nvPr>
        </p:nvSpPr>
        <p:spPr>
          <a:xfrm>
            <a:off x="4978200" y="3260513"/>
            <a:ext cx="3056100" cy="6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35"/>
          <p:cNvSpPr txBox="1"/>
          <p:nvPr>
            <p:ph idx="5" type="title"/>
          </p:nvPr>
        </p:nvSpPr>
        <p:spPr>
          <a:xfrm>
            <a:off x="4978201" y="1335713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1" name="Google Shape;571;p35"/>
          <p:cNvSpPr txBox="1"/>
          <p:nvPr>
            <p:ph idx="6" type="subTitle"/>
          </p:nvPr>
        </p:nvSpPr>
        <p:spPr>
          <a:xfrm>
            <a:off x="4978200" y="1806685"/>
            <a:ext cx="3056100" cy="6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3_1_1_1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p3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74" name="Google Shape;574;p3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6" name="Google Shape;576;p36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77" name="Google Shape;577;p3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3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3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3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1" name="Google Shape;581;p3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82" name="Google Shape;582;p3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3" name="Google Shape;583;p36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84" name="Google Shape;584;p3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3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3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87" name="Google Shape;587;p36"/>
          <p:cNvSpPr txBox="1"/>
          <p:nvPr>
            <p:ph type="title"/>
          </p:nvPr>
        </p:nvSpPr>
        <p:spPr>
          <a:xfrm>
            <a:off x="1436725" y="3822600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8" name="Google Shape;588;p36"/>
          <p:cNvSpPr txBox="1"/>
          <p:nvPr>
            <p:ph idx="1" type="subTitle"/>
          </p:nvPr>
        </p:nvSpPr>
        <p:spPr>
          <a:xfrm>
            <a:off x="3314625" y="2770733"/>
            <a:ext cx="2586300" cy="7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36"/>
          <p:cNvSpPr txBox="1"/>
          <p:nvPr>
            <p:ph idx="2" type="title"/>
          </p:nvPr>
        </p:nvSpPr>
        <p:spPr>
          <a:xfrm>
            <a:off x="1436725" y="2952225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36"/>
          <p:cNvSpPr txBox="1"/>
          <p:nvPr>
            <p:ph idx="3" type="subTitle"/>
          </p:nvPr>
        </p:nvSpPr>
        <p:spPr>
          <a:xfrm>
            <a:off x="3314625" y="3676353"/>
            <a:ext cx="2586300" cy="6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36"/>
          <p:cNvSpPr txBox="1"/>
          <p:nvPr>
            <p:ph idx="4" type="title"/>
          </p:nvPr>
        </p:nvSpPr>
        <p:spPr>
          <a:xfrm>
            <a:off x="1436725" y="2046588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36"/>
          <p:cNvSpPr txBox="1"/>
          <p:nvPr>
            <p:ph idx="5" type="subTitle"/>
          </p:nvPr>
        </p:nvSpPr>
        <p:spPr>
          <a:xfrm>
            <a:off x="3314625" y="1865100"/>
            <a:ext cx="2586300" cy="7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36"/>
          <p:cNvSpPr txBox="1"/>
          <p:nvPr>
            <p:ph idx="6" type="title"/>
          </p:nvPr>
        </p:nvSpPr>
        <p:spPr>
          <a:xfrm>
            <a:off x="720000" y="692400"/>
            <a:ext cx="4372500" cy="10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_1_1_1_1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3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96" name="Google Shape;596;p3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8" name="Google Shape;598;p37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99" name="Google Shape;599;p3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3" name="Google Shape;603;p3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04" name="Google Shape;604;p3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05" name="Google Shape;605;p37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06" name="Google Shape;606;p3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3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3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609" name="Google Shape;609;p37"/>
          <p:cNvSpPr txBox="1"/>
          <p:nvPr>
            <p:ph type="title"/>
          </p:nvPr>
        </p:nvSpPr>
        <p:spPr>
          <a:xfrm>
            <a:off x="1005900" y="2953613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37"/>
          <p:cNvSpPr txBox="1"/>
          <p:nvPr>
            <p:ph idx="1" type="subTitle"/>
          </p:nvPr>
        </p:nvSpPr>
        <p:spPr>
          <a:xfrm>
            <a:off x="1005900" y="3231950"/>
            <a:ext cx="2089800" cy="12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37"/>
          <p:cNvSpPr txBox="1"/>
          <p:nvPr>
            <p:ph idx="2" type="title"/>
          </p:nvPr>
        </p:nvSpPr>
        <p:spPr>
          <a:xfrm>
            <a:off x="6197402" y="1563513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37"/>
          <p:cNvSpPr txBox="1"/>
          <p:nvPr>
            <p:ph idx="3" type="subTitle"/>
          </p:nvPr>
        </p:nvSpPr>
        <p:spPr>
          <a:xfrm>
            <a:off x="6197400" y="1841850"/>
            <a:ext cx="2089800" cy="12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37"/>
          <p:cNvSpPr txBox="1"/>
          <p:nvPr>
            <p:ph idx="4" type="title"/>
          </p:nvPr>
        </p:nvSpPr>
        <p:spPr>
          <a:xfrm>
            <a:off x="3527101" y="2258625"/>
            <a:ext cx="1683600" cy="3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4" name="Google Shape;614;p37"/>
          <p:cNvSpPr txBox="1"/>
          <p:nvPr>
            <p:ph idx="5" type="subTitle"/>
          </p:nvPr>
        </p:nvSpPr>
        <p:spPr>
          <a:xfrm>
            <a:off x="3527100" y="2536963"/>
            <a:ext cx="2089800" cy="12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5" name="Google Shape;615;p37"/>
          <p:cNvSpPr txBox="1"/>
          <p:nvPr>
            <p:ph idx="6" type="title"/>
          </p:nvPr>
        </p:nvSpPr>
        <p:spPr>
          <a:xfrm>
            <a:off x="720000" y="692400"/>
            <a:ext cx="2251800" cy="13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3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18" name="Google Shape;618;p3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0" name="Google Shape;620;p38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21" name="Google Shape;621;p3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3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5" name="Google Shape;625;p3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26" name="Google Shape;626;p3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7" name="Google Shape;627;p38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28" name="Google Shape;628;p3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9" name="Google Shape;629;p3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p3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631" name="Google Shape;631;p38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2" name="Google Shape;632;p38"/>
          <p:cNvSpPr txBox="1"/>
          <p:nvPr>
            <p:ph idx="2" type="title"/>
          </p:nvPr>
        </p:nvSpPr>
        <p:spPr>
          <a:xfrm>
            <a:off x="1691750" y="1903017"/>
            <a:ext cx="22569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3" name="Google Shape;633;p38"/>
          <p:cNvSpPr txBox="1"/>
          <p:nvPr>
            <p:ph idx="1" type="subTitle"/>
          </p:nvPr>
        </p:nvSpPr>
        <p:spPr>
          <a:xfrm>
            <a:off x="1691739" y="2269375"/>
            <a:ext cx="22569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38"/>
          <p:cNvSpPr txBox="1"/>
          <p:nvPr>
            <p:ph idx="3" type="title"/>
          </p:nvPr>
        </p:nvSpPr>
        <p:spPr>
          <a:xfrm>
            <a:off x="5199000" y="1903017"/>
            <a:ext cx="22569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5" name="Google Shape;635;p38"/>
          <p:cNvSpPr txBox="1"/>
          <p:nvPr>
            <p:ph idx="4" type="subTitle"/>
          </p:nvPr>
        </p:nvSpPr>
        <p:spPr>
          <a:xfrm>
            <a:off x="5198989" y="2269375"/>
            <a:ext cx="22569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6" name="Google Shape;636;p38"/>
          <p:cNvSpPr txBox="1"/>
          <p:nvPr>
            <p:ph idx="5" type="title"/>
          </p:nvPr>
        </p:nvSpPr>
        <p:spPr>
          <a:xfrm>
            <a:off x="1691750" y="3487204"/>
            <a:ext cx="22569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7" name="Google Shape;637;p38"/>
          <p:cNvSpPr txBox="1"/>
          <p:nvPr>
            <p:ph idx="6" type="subTitle"/>
          </p:nvPr>
        </p:nvSpPr>
        <p:spPr>
          <a:xfrm>
            <a:off x="1691739" y="3855175"/>
            <a:ext cx="22569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38"/>
          <p:cNvSpPr txBox="1"/>
          <p:nvPr>
            <p:ph idx="7" type="title"/>
          </p:nvPr>
        </p:nvSpPr>
        <p:spPr>
          <a:xfrm>
            <a:off x="5199000" y="3487204"/>
            <a:ext cx="22569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9" name="Google Shape;639;p38"/>
          <p:cNvSpPr txBox="1"/>
          <p:nvPr>
            <p:ph idx="8" type="subTitle"/>
          </p:nvPr>
        </p:nvSpPr>
        <p:spPr>
          <a:xfrm>
            <a:off x="5198989" y="3855175"/>
            <a:ext cx="22569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_1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3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42" name="Google Shape;642;p3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4" name="Google Shape;644;p39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45" name="Google Shape;645;p3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3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3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9" name="Google Shape;649;p3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50" name="Google Shape;650;p3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51" name="Google Shape;651;p39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52" name="Google Shape;652;p3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3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3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655" name="Google Shape;655;p39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6" name="Google Shape;656;p39"/>
          <p:cNvSpPr txBox="1"/>
          <p:nvPr>
            <p:ph idx="2" type="title"/>
          </p:nvPr>
        </p:nvSpPr>
        <p:spPr>
          <a:xfrm>
            <a:off x="1691750" y="1468807"/>
            <a:ext cx="22569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7" name="Google Shape;657;p39"/>
          <p:cNvSpPr txBox="1"/>
          <p:nvPr>
            <p:ph idx="1" type="subTitle"/>
          </p:nvPr>
        </p:nvSpPr>
        <p:spPr>
          <a:xfrm>
            <a:off x="1691739" y="1823703"/>
            <a:ext cx="22569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39"/>
          <p:cNvSpPr txBox="1"/>
          <p:nvPr>
            <p:ph idx="3" type="title"/>
          </p:nvPr>
        </p:nvSpPr>
        <p:spPr>
          <a:xfrm>
            <a:off x="5199000" y="1468807"/>
            <a:ext cx="22569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9" name="Google Shape;659;p39"/>
          <p:cNvSpPr txBox="1"/>
          <p:nvPr>
            <p:ph idx="4" type="subTitle"/>
          </p:nvPr>
        </p:nvSpPr>
        <p:spPr>
          <a:xfrm>
            <a:off x="5198989" y="1823703"/>
            <a:ext cx="22569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39"/>
          <p:cNvSpPr txBox="1"/>
          <p:nvPr>
            <p:ph idx="5" type="title"/>
          </p:nvPr>
        </p:nvSpPr>
        <p:spPr>
          <a:xfrm>
            <a:off x="1691750" y="3106204"/>
            <a:ext cx="22569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1" name="Google Shape;661;p39"/>
          <p:cNvSpPr txBox="1"/>
          <p:nvPr>
            <p:ph idx="6" type="subTitle"/>
          </p:nvPr>
        </p:nvSpPr>
        <p:spPr>
          <a:xfrm>
            <a:off x="1691739" y="3461404"/>
            <a:ext cx="22569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39"/>
          <p:cNvSpPr txBox="1"/>
          <p:nvPr>
            <p:ph idx="7" type="title"/>
          </p:nvPr>
        </p:nvSpPr>
        <p:spPr>
          <a:xfrm>
            <a:off x="5199000" y="3106204"/>
            <a:ext cx="22569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3" name="Google Shape;663;p39"/>
          <p:cNvSpPr txBox="1"/>
          <p:nvPr>
            <p:ph idx="8" type="subTitle"/>
          </p:nvPr>
        </p:nvSpPr>
        <p:spPr>
          <a:xfrm>
            <a:off x="5198989" y="3461404"/>
            <a:ext cx="22569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4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66" name="Google Shape;666;p4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8" name="Google Shape;668;p40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69" name="Google Shape;669;p4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4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4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4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3" name="Google Shape;673;p4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74" name="Google Shape;674;p4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5" name="Google Shape;675;p40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76" name="Google Shape;676;p4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4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4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679" name="Google Shape;679;p40"/>
          <p:cNvSpPr txBox="1"/>
          <p:nvPr>
            <p:ph type="title"/>
          </p:nvPr>
        </p:nvSpPr>
        <p:spPr>
          <a:xfrm>
            <a:off x="3265350" y="2288825"/>
            <a:ext cx="2613300" cy="9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0" name="Google Shape;680;p40"/>
          <p:cNvSpPr txBox="1"/>
          <p:nvPr>
            <p:ph idx="2" type="title"/>
          </p:nvPr>
        </p:nvSpPr>
        <p:spPr>
          <a:xfrm>
            <a:off x="720012" y="1063113"/>
            <a:ext cx="25134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1" name="Google Shape;681;p40"/>
          <p:cNvSpPr txBox="1"/>
          <p:nvPr>
            <p:ph idx="1" type="subTitle"/>
          </p:nvPr>
        </p:nvSpPr>
        <p:spPr>
          <a:xfrm>
            <a:off x="720012" y="1538684"/>
            <a:ext cx="25134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" name="Google Shape;682;p40"/>
          <p:cNvSpPr txBox="1"/>
          <p:nvPr>
            <p:ph idx="3" type="title"/>
          </p:nvPr>
        </p:nvSpPr>
        <p:spPr>
          <a:xfrm>
            <a:off x="5910588" y="1063125"/>
            <a:ext cx="25134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3" name="Google Shape;683;p40"/>
          <p:cNvSpPr txBox="1"/>
          <p:nvPr>
            <p:ph idx="4" type="subTitle"/>
          </p:nvPr>
        </p:nvSpPr>
        <p:spPr>
          <a:xfrm>
            <a:off x="5910576" y="1538671"/>
            <a:ext cx="25134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40"/>
          <p:cNvSpPr txBox="1"/>
          <p:nvPr>
            <p:ph idx="5" type="title"/>
          </p:nvPr>
        </p:nvSpPr>
        <p:spPr>
          <a:xfrm>
            <a:off x="720012" y="4221573"/>
            <a:ext cx="25134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5" name="Google Shape;685;p40"/>
          <p:cNvSpPr txBox="1"/>
          <p:nvPr>
            <p:ph idx="6" type="subTitle"/>
          </p:nvPr>
        </p:nvSpPr>
        <p:spPr>
          <a:xfrm>
            <a:off x="720012" y="3217724"/>
            <a:ext cx="25134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40"/>
          <p:cNvSpPr txBox="1"/>
          <p:nvPr>
            <p:ph idx="7" type="title"/>
          </p:nvPr>
        </p:nvSpPr>
        <p:spPr>
          <a:xfrm>
            <a:off x="5910588" y="4221573"/>
            <a:ext cx="2513400" cy="2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7" name="Google Shape;687;p40"/>
          <p:cNvSpPr txBox="1"/>
          <p:nvPr>
            <p:ph idx="8" type="subTitle"/>
          </p:nvPr>
        </p:nvSpPr>
        <p:spPr>
          <a:xfrm>
            <a:off x="5910576" y="3217724"/>
            <a:ext cx="25134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4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4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90" name="Google Shape;690;p4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2" name="Google Shape;692;p41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93" name="Google Shape;693;p4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4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4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4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7" name="Google Shape;697;p4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98" name="Google Shape;698;p4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9" name="Google Shape;699;p41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00" name="Google Shape;700;p4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4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4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03" name="Google Shape;703;p41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4" name="Google Shape;704;p41"/>
          <p:cNvSpPr txBox="1"/>
          <p:nvPr>
            <p:ph idx="2" type="title"/>
          </p:nvPr>
        </p:nvSpPr>
        <p:spPr>
          <a:xfrm>
            <a:off x="905050" y="1679125"/>
            <a:ext cx="1684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5" name="Google Shape;705;p41"/>
          <p:cNvSpPr txBox="1"/>
          <p:nvPr>
            <p:ph idx="1" type="subTitle"/>
          </p:nvPr>
        </p:nvSpPr>
        <p:spPr>
          <a:xfrm>
            <a:off x="969100" y="3721100"/>
            <a:ext cx="1556100" cy="7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41"/>
          <p:cNvSpPr txBox="1"/>
          <p:nvPr>
            <p:ph idx="3" type="title"/>
          </p:nvPr>
        </p:nvSpPr>
        <p:spPr>
          <a:xfrm>
            <a:off x="2782938" y="1679125"/>
            <a:ext cx="1684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7" name="Google Shape;707;p41"/>
          <p:cNvSpPr txBox="1"/>
          <p:nvPr>
            <p:ph idx="4" type="subTitle"/>
          </p:nvPr>
        </p:nvSpPr>
        <p:spPr>
          <a:xfrm>
            <a:off x="2846988" y="3721100"/>
            <a:ext cx="1556100" cy="7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41"/>
          <p:cNvSpPr txBox="1"/>
          <p:nvPr>
            <p:ph idx="5" type="title"/>
          </p:nvPr>
        </p:nvSpPr>
        <p:spPr>
          <a:xfrm>
            <a:off x="6554750" y="1679125"/>
            <a:ext cx="1684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9" name="Google Shape;709;p41"/>
          <p:cNvSpPr txBox="1"/>
          <p:nvPr>
            <p:ph idx="6" type="subTitle"/>
          </p:nvPr>
        </p:nvSpPr>
        <p:spPr>
          <a:xfrm>
            <a:off x="6618800" y="3721100"/>
            <a:ext cx="15561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0" name="Google Shape;710;p41"/>
          <p:cNvSpPr txBox="1"/>
          <p:nvPr>
            <p:ph idx="7" type="title"/>
          </p:nvPr>
        </p:nvSpPr>
        <p:spPr>
          <a:xfrm>
            <a:off x="4660850" y="1679125"/>
            <a:ext cx="1684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1" name="Google Shape;711;p41"/>
          <p:cNvSpPr txBox="1"/>
          <p:nvPr>
            <p:ph idx="8" type="subTitle"/>
          </p:nvPr>
        </p:nvSpPr>
        <p:spPr>
          <a:xfrm>
            <a:off x="4724900" y="3721100"/>
            <a:ext cx="15561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4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14" name="Google Shape;714;p4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6" name="Google Shape;716;p42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717" name="Google Shape;717;p4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4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4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4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1" name="Google Shape;721;p4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722" name="Google Shape;722;p4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23" name="Google Shape;723;p42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24" name="Google Shape;724;p4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4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4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7" name="Google Shape;727;p42"/>
          <p:cNvSpPr txBox="1"/>
          <p:nvPr>
            <p:ph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8" name="Google Shape;728;p42"/>
          <p:cNvSpPr txBox="1"/>
          <p:nvPr>
            <p:ph idx="2" type="title"/>
          </p:nvPr>
        </p:nvSpPr>
        <p:spPr>
          <a:xfrm>
            <a:off x="954900" y="1907775"/>
            <a:ext cx="18357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9" name="Google Shape;729;p42"/>
          <p:cNvSpPr txBox="1"/>
          <p:nvPr>
            <p:ph idx="1" type="subTitle"/>
          </p:nvPr>
        </p:nvSpPr>
        <p:spPr>
          <a:xfrm>
            <a:off x="720000" y="2300121"/>
            <a:ext cx="2305500" cy="7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0" name="Google Shape;730;p42"/>
          <p:cNvSpPr txBox="1"/>
          <p:nvPr>
            <p:ph idx="3" type="title"/>
          </p:nvPr>
        </p:nvSpPr>
        <p:spPr>
          <a:xfrm>
            <a:off x="3654173" y="1907775"/>
            <a:ext cx="18357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1" name="Google Shape;731;p42"/>
          <p:cNvSpPr txBox="1"/>
          <p:nvPr>
            <p:ph idx="4" type="subTitle"/>
          </p:nvPr>
        </p:nvSpPr>
        <p:spPr>
          <a:xfrm>
            <a:off x="3419273" y="2296221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2" name="Google Shape;732;p42"/>
          <p:cNvSpPr txBox="1"/>
          <p:nvPr>
            <p:ph idx="5" type="title"/>
          </p:nvPr>
        </p:nvSpPr>
        <p:spPr>
          <a:xfrm>
            <a:off x="954900" y="3491375"/>
            <a:ext cx="18357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3" name="Google Shape;733;p42"/>
          <p:cNvSpPr txBox="1"/>
          <p:nvPr>
            <p:ph idx="6" type="subTitle"/>
          </p:nvPr>
        </p:nvSpPr>
        <p:spPr>
          <a:xfrm>
            <a:off x="720000" y="3888453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4" name="Google Shape;734;p42"/>
          <p:cNvSpPr txBox="1"/>
          <p:nvPr>
            <p:ph idx="7" type="title"/>
          </p:nvPr>
        </p:nvSpPr>
        <p:spPr>
          <a:xfrm>
            <a:off x="3654173" y="3491375"/>
            <a:ext cx="18357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5" name="Google Shape;735;p42"/>
          <p:cNvSpPr txBox="1"/>
          <p:nvPr>
            <p:ph idx="8" type="subTitle"/>
          </p:nvPr>
        </p:nvSpPr>
        <p:spPr>
          <a:xfrm>
            <a:off x="3419273" y="3888453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6" name="Google Shape;736;p42"/>
          <p:cNvSpPr txBox="1"/>
          <p:nvPr>
            <p:ph idx="9" type="title"/>
          </p:nvPr>
        </p:nvSpPr>
        <p:spPr>
          <a:xfrm>
            <a:off x="6353444" y="1907775"/>
            <a:ext cx="18357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7" name="Google Shape;737;p42"/>
          <p:cNvSpPr txBox="1"/>
          <p:nvPr>
            <p:ph idx="13" type="subTitle"/>
          </p:nvPr>
        </p:nvSpPr>
        <p:spPr>
          <a:xfrm>
            <a:off x="6118544" y="2296221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p42"/>
          <p:cNvSpPr txBox="1"/>
          <p:nvPr>
            <p:ph idx="14" type="title"/>
          </p:nvPr>
        </p:nvSpPr>
        <p:spPr>
          <a:xfrm>
            <a:off x="6353444" y="3491375"/>
            <a:ext cx="18357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9" name="Google Shape;739;p42"/>
          <p:cNvSpPr txBox="1"/>
          <p:nvPr>
            <p:ph idx="15" type="subTitle"/>
          </p:nvPr>
        </p:nvSpPr>
        <p:spPr>
          <a:xfrm>
            <a:off x="6118544" y="3888453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5_1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1" name="Google Shape;741;p4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42" name="Google Shape;742;p4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4" name="Google Shape;744;p43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745" name="Google Shape;745;p4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4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4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4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9" name="Google Shape;749;p4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750" name="Google Shape;750;p4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1" name="Google Shape;751;p43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52" name="Google Shape;752;p4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3" name="Google Shape;753;p4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4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55" name="Google Shape;755;p43"/>
          <p:cNvSpPr txBox="1"/>
          <p:nvPr>
            <p:ph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6" name="Google Shape;756;p43"/>
          <p:cNvSpPr txBox="1"/>
          <p:nvPr>
            <p:ph idx="2" type="title"/>
          </p:nvPr>
        </p:nvSpPr>
        <p:spPr>
          <a:xfrm>
            <a:off x="2857762" y="1758138"/>
            <a:ext cx="15138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7" name="Google Shape;757;p43"/>
          <p:cNvSpPr txBox="1"/>
          <p:nvPr>
            <p:ph idx="1" type="subTitle"/>
          </p:nvPr>
        </p:nvSpPr>
        <p:spPr>
          <a:xfrm>
            <a:off x="795725" y="1643213"/>
            <a:ext cx="1835700" cy="7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43"/>
          <p:cNvSpPr txBox="1"/>
          <p:nvPr>
            <p:ph idx="3" type="title"/>
          </p:nvPr>
        </p:nvSpPr>
        <p:spPr>
          <a:xfrm>
            <a:off x="4704985" y="1758138"/>
            <a:ext cx="15138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9" name="Google Shape;759;p43"/>
          <p:cNvSpPr txBox="1"/>
          <p:nvPr>
            <p:ph idx="4" type="subTitle"/>
          </p:nvPr>
        </p:nvSpPr>
        <p:spPr>
          <a:xfrm>
            <a:off x="6512550" y="1641263"/>
            <a:ext cx="18357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43"/>
          <p:cNvSpPr txBox="1"/>
          <p:nvPr>
            <p:ph idx="5" type="title"/>
          </p:nvPr>
        </p:nvSpPr>
        <p:spPr>
          <a:xfrm>
            <a:off x="4704985" y="2633263"/>
            <a:ext cx="15138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1" name="Google Shape;761;p43"/>
          <p:cNvSpPr txBox="1"/>
          <p:nvPr>
            <p:ph idx="6" type="subTitle"/>
          </p:nvPr>
        </p:nvSpPr>
        <p:spPr>
          <a:xfrm>
            <a:off x="6512563" y="2494263"/>
            <a:ext cx="18357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43"/>
          <p:cNvSpPr txBox="1"/>
          <p:nvPr>
            <p:ph idx="7" type="title"/>
          </p:nvPr>
        </p:nvSpPr>
        <p:spPr>
          <a:xfrm>
            <a:off x="2857762" y="3498688"/>
            <a:ext cx="15138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3" name="Google Shape;763;p43"/>
          <p:cNvSpPr txBox="1"/>
          <p:nvPr>
            <p:ph idx="8" type="subTitle"/>
          </p:nvPr>
        </p:nvSpPr>
        <p:spPr>
          <a:xfrm>
            <a:off x="795737" y="3380313"/>
            <a:ext cx="18357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4" name="Google Shape;764;p43"/>
          <p:cNvSpPr txBox="1"/>
          <p:nvPr>
            <p:ph idx="9" type="title"/>
          </p:nvPr>
        </p:nvSpPr>
        <p:spPr>
          <a:xfrm>
            <a:off x="2857762" y="2633263"/>
            <a:ext cx="15138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5" name="Google Shape;765;p43"/>
          <p:cNvSpPr txBox="1"/>
          <p:nvPr>
            <p:ph idx="13" type="subTitle"/>
          </p:nvPr>
        </p:nvSpPr>
        <p:spPr>
          <a:xfrm>
            <a:off x="795736" y="2494263"/>
            <a:ext cx="18357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6" name="Google Shape;766;p43"/>
          <p:cNvSpPr txBox="1"/>
          <p:nvPr>
            <p:ph idx="14" type="title"/>
          </p:nvPr>
        </p:nvSpPr>
        <p:spPr>
          <a:xfrm>
            <a:off x="4704985" y="3498688"/>
            <a:ext cx="1513800" cy="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7" name="Google Shape;767;p43"/>
          <p:cNvSpPr txBox="1"/>
          <p:nvPr>
            <p:ph idx="15" type="subTitle"/>
          </p:nvPr>
        </p:nvSpPr>
        <p:spPr>
          <a:xfrm>
            <a:off x="6512511" y="3378363"/>
            <a:ext cx="18357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9" name="Google Shape;769;p4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70" name="Google Shape;770;p4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2" name="Google Shape;772;p44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773" name="Google Shape;773;p4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4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778" name="Google Shape;778;p4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79" name="Google Shape;779;p44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80" name="Google Shape;780;p4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1" name="Google Shape;781;p4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2" name="Google Shape;782;p4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83" name="Google Shape;783;p44"/>
          <p:cNvSpPr txBox="1"/>
          <p:nvPr>
            <p:ph hasCustomPrompt="1" type="title"/>
          </p:nvPr>
        </p:nvSpPr>
        <p:spPr>
          <a:xfrm>
            <a:off x="2011429" y="1813593"/>
            <a:ext cx="20694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784" name="Google Shape;784;p44"/>
          <p:cNvSpPr txBox="1"/>
          <p:nvPr>
            <p:ph idx="1" type="subTitle"/>
          </p:nvPr>
        </p:nvSpPr>
        <p:spPr>
          <a:xfrm>
            <a:off x="2011579" y="2994376"/>
            <a:ext cx="20694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44"/>
          <p:cNvSpPr txBox="1"/>
          <p:nvPr>
            <p:ph hasCustomPrompt="1" idx="2" type="title"/>
          </p:nvPr>
        </p:nvSpPr>
        <p:spPr>
          <a:xfrm>
            <a:off x="5072095" y="2283636"/>
            <a:ext cx="20694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786" name="Google Shape;786;p44"/>
          <p:cNvSpPr txBox="1"/>
          <p:nvPr>
            <p:ph idx="3" type="subTitle"/>
          </p:nvPr>
        </p:nvSpPr>
        <p:spPr>
          <a:xfrm>
            <a:off x="5072095" y="3464418"/>
            <a:ext cx="20694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44"/>
          <p:cNvSpPr txBox="1"/>
          <p:nvPr>
            <p:ph idx="4" type="subTitle"/>
          </p:nvPr>
        </p:nvSpPr>
        <p:spPr>
          <a:xfrm>
            <a:off x="2241046" y="2561682"/>
            <a:ext cx="1624800" cy="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b="1"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788" name="Google Shape;788;p44"/>
          <p:cNvSpPr txBox="1"/>
          <p:nvPr>
            <p:ph idx="5" type="subTitle"/>
          </p:nvPr>
        </p:nvSpPr>
        <p:spPr>
          <a:xfrm>
            <a:off x="5300699" y="3031725"/>
            <a:ext cx="1624800" cy="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b="1"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4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791" name="Google Shape;791;p4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3" name="Google Shape;793;p45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794" name="Google Shape;794;p4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8" name="Google Shape;798;p4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799" name="Google Shape;799;p4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00" name="Google Shape;800;p45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01" name="Google Shape;801;p4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2" name="Google Shape;802;p4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3" name="Google Shape;803;p4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04" name="Google Shape;804;p45"/>
          <p:cNvSpPr txBox="1"/>
          <p:nvPr>
            <p:ph hasCustomPrompt="1" type="title"/>
          </p:nvPr>
        </p:nvSpPr>
        <p:spPr>
          <a:xfrm>
            <a:off x="2260179" y="1877706"/>
            <a:ext cx="20694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05" name="Google Shape;805;p45"/>
          <p:cNvSpPr txBox="1"/>
          <p:nvPr>
            <p:ph idx="1" type="subTitle"/>
          </p:nvPr>
        </p:nvSpPr>
        <p:spPr>
          <a:xfrm>
            <a:off x="2260175" y="3058500"/>
            <a:ext cx="22356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p45"/>
          <p:cNvSpPr txBox="1"/>
          <p:nvPr>
            <p:ph hasCustomPrompt="1" idx="2" type="title"/>
          </p:nvPr>
        </p:nvSpPr>
        <p:spPr>
          <a:xfrm>
            <a:off x="4809370" y="1877711"/>
            <a:ext cx="20694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07" name="Google Shape;807;p45"/>
          <p:cNvSpPr txBox="1"/>
          <p:nvPr>
            <p:ph idx="3" type="subTitle"/>
          </p:nvPr>
        </p:nvSpPr>
        <p:spPr>
          <a:xfrm>
            <a:off x="4643175" y="3058500"/>
            <a:ext cx="22356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8" name="Google Shape;808;p45"/>
          <p:cNvSpPr txBox="1"/>
          <p:nvPr>
            <p:ph idx="4" type="subTitle"/>
          </p:nvPr>
        </p:nvSpPr>
        <p:spPr>
          <a:xfrm>
            <a:off x="2260179" y="2625795"/>
            <a:ext cx="1624800" cy="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b="1"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809" name="Google Shape;809;p45"/>
          <p:cNvSpPr txBox="1"/>
          <p:nvPr>
            <p:ph idx="5" type="subTitle"/>
          </p:nvPr>
        </p:nvSpPr>
        <p:spPr>
          <a:xfrm>
            <a:off x="5253970" y="2625800"/>
            <a:ext cx="1624800" cy="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b="1"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erif Text"/>
              <a:buNone/>
              <a:defRPr sz="20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810" name="Google Shape;810;p45"/>
          <p:cNvSpPr txBox="1"/>
          <p:nvPr>
            <p:ph idx="6"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6_1_1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2" name="Google Shape;812;p4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13" name="Google Shape;813;p4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5" name="Google Shape;815;p46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16" name="Google Shape;816;p4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0" name="Google Shape;820;p4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21" name="Google Shape;821;p4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22" name="Google Shape;822;p46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23" name="Google Shape;823;p4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4" name="Google Shape;824;p4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5" name="Google Shape;825;p4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26" name="Google Shape;826;p46"/>
          <p:cNvSpPr txBox="1"/>
          <p:nvPr>
            <p:ph hasCustomPrompt="1" type="title"/>
          </p:nvPr>
        </p:nvSpPr>
        <p:spPr>
          <a:xfrm>
            <a:off x="1974513" y="1530500"/>
            <a:ext cx="27378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3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27" name="Google Shape;827;p46"/>
          <p:cNvSpPr txBox="1"/>
          <p:nvPr>
            <p:ph idx="1" type="subTitle"/>
          </p:nvPr>
        </p:nvSpPr>
        <p:spPr>
          <a:xfrm>
            <a:off x="5148724" y="1593350"/>
            <a:ext cx="223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8" name="Google Shape;828;p46"/>
          <p:cNvSpPr txBox="1"/>
          <p:nvPr>
            <p:ph hasCustomPrompt="1" idx="2" type="title"/>
          </p:nvPr>
        </p:nvSpPr>
        <p:spPr>
          <a:xfrm>
            <a:off x="1974513" y="2550713"/>
            <a:ext cx="27378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3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29" name="Google Shape;829;p46"/>
          <p:cNvSpPr txBox="1"/>
          <p:nvPr>
            <p:ph idx="3" type="subTitle"/>
          </p:nvPr>
        </p:nvSpPr>
        <p:spPr>
          <a:xfrm>
            <a:off x="5148713" y="2613563"/>
            <a:ext cx="223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46"/>
          <p:cNvSpPr txBox="1"/>
          <p:nvPr>
            <p:ph idx="4"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46"/>
          <p:cNvSpPr txBox="1"/>
          <p:nvPr>
            <p:ph hasCustomPrompt="1" idx="5" type="title"/>
          </p:nvPr>
        </p:nvSpPr>
        <p:spPr>
          <a:xfrm>
            <a:off x="1974514" y="3570938"/>
            <a:ext cx="27378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3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Font typeface="DM Serif Text"/>
              <a:buNone/>
              <a:defRPr sz="72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r>
              <a:t>xx%</a:t>
            </a:r>
          </a:p>
        </p:txBody>
      </p:sp>
      <p:sp>
        <p:nvSpPr>
          <p:cNvPr id="832" name="Google Shape;832;p46"/>
          <p:cNvSpPr txBox="1"/>
          <p:nvPr>
            <p:ph idx="6" type="subTitle"/>
          </p:nvPr>
        </p:nvSpPr>
        <p:spPr>
          <a:xfrm>
            <a:off x="5148713" y="3633788"/>
            <a:ext cx="223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4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35" name="Google Shape;835;p4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7" name="Google Shape;837;p47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38" name="Google Shape;838;p4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2" name="Google Shape;842;p4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43" name="Google Shape;843;p4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44" name="Google Shape;844;p47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45" name="Google Shape;845;p4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6" name="Google Shape;846;p4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7" name="Google Shape;847;p4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48" name="Google Shape;848;p47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4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51" name="Google Shape;851;p4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3" name="Google Shape;853;p48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54" name="Google Shape;854;p4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4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4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4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8" name="Google Shape;858;p4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59" name="Google Shape;859;p4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0" name="Google Shape;860;p48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61" name="Google Shape;861;p4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2" name="Google Shape;862;p4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4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64" name="Google Shape;864;p48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3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6" name="Google Shape;866;p4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67" name="Google Shape;867;p4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4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9" name="Google Shape;869;p49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70" name="Google Shape;870;p4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4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4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4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4" name="Google Shape;874;p4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75" name="Google Shape;875;p4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76" name="Google Shape;876;p49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77" name="Google Shape;877;p4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8" name="Google Shape;878;p4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9" name="Google Shape;879;p4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80" name="Google Shape;880;p49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81" name="Google Shape;881;p49"/>
          <p:cNvGrpSpPr/>
          <p:nvPr/>
        </p:nvGrpSpPr>
        <p:grpSpPr>
          <a:xfrm>
            <a:off x="1131725" y="1445600"/>
            <a:ext cx="6880555" cy="2933782"/>
            <a:chOff x="358352" y="258060"/>
            <a:chExt cx="8428954" cy="3594000"/>
          </a:xfrm>
        </p:grpSpPr>
        <p:sp>
          <p:nvSpPr>
            <p:cNvPr id="882" name="Google Shape;882;p49"/>
            <p:cNvSpPr/>
            <p:nvPr/>
          </p:nvSpPr>
          <p:spPr>
            <a:xfrm>
              <a:off x="358352" y="258060"/>
              <a:ext cx="8427300" cy="35940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47625">
                <a:schemeClr val="dk1">
                  <a:alpha val="2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49"/>
            <p:cNvSpPr/>
            <p:nvPr/>
          </p:nvSpPr>
          <p:spPr>
            <a:xfrm>
              <a:off x="360006" y="258060"/>
              <a:ext cx="8427300" cy="35940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47625">
                <a:schemeClr val="dk1">
                  <a:alpha val="2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4" name="Google Shape;884;p4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885" name="Google Shape;885;p4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47625">
                  <a:schemeClr val="dk1">
                    <a:alpha val="2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86" name="Google Shape;886;p49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887" name="Google Shape;887;p4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47625">
                    <a:schemeClr val="dk1">
                      <a:alpha val="21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8" name="Google Shape;888;p4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47625">
                    <a:schemeClr val="dk1">
                      <a:alpha val="21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9" name="Google Shape;889;p4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47625">
                    <a:schemeClr val="dk1">
                      <a:alpha val="21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3_1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5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892" name="Google Shape;892;p5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5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4" name="Google Shape;894;p50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895" name="Google Shape;895;p5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5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5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5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9" name="Google Shape;899;p5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00" name="Google Shape;900;p5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01" name="Google Shape;901;p50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02" name="Google Shape;902;p5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3" name="Google Shape;903;p5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4" name="Google Shape;904;p5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905" name="Google Shape;905;p50"/>
          <p:cNvGrpSpPr/>
          <p:nvPr/>
        </p:nvGrpSpPr>
        <p:grpSpPr>
          <a:xfrm>
            <a:off x="3190848" y="808550"/>
            <a:ext cx="5216415" cy="3639600"/>
            <a:chOff x="3190848" y="808550"/>
            <a:chExt cx="5216415" cy="3639600"/>
          </a:xfrm>
        </p:grpSpPr>
        <p:sp>
          <p:nvSpPr>
            <p:cNvPr id="906" name="Google Shape;906;p50"/>
            <p:cNvSpPr/>
            <p:nvPr/>
          </p:nvSpPr>
          <p:spPr>
            <a:xfrm>
              <a:off x="3190863" y="808550"/>
              <a:ext cx="5216400" cy="36396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50"/>
            <p:cNvSpPr/>
            <p:nvPr/>
          </p:nvSpPr>
          <p:spPr>
            <a:xfrm>
              <a:off x="3190848" y="808575"/>
              <a:ext cx="5216400" cy="311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8" name="Google Shape;908;p50"/>
            <p:cNvGrpSpPr/>
            <p:nvPr/>
          </p:nvGrpSpPr>
          <p:grpSpPr>
            <a:xfrm flipH="1" rot="10800000">
              <a:off x="3308699" y="922708"/>
              <a:ext cx="376790" cy="82489"/>
              <a:chOff x="5578333" y="744468"/>
              <a:chExt cx="431653" cy="94500"/>
            </a:xfrm>
          </p:grpSpPr>
          <p:sp>
            <p:nvSpPr>
              <p:cNvPr id="909" name="Google Shape;909;p50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50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50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12" name="Google Shape;912;p50"/>
          <p:cNvSpPr txBox="1"/>
          <p:nvPr>
            <p:ph type="title"/>
          </p:nvPr>
        </p:nvSpPr>
        <p:spPr>
          <a:xfrm>
            <a:off x="720000" y="829225"/>
            <a:ext cx="23319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3_1_1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4" name="Google Shape;914;p5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15" name="Google Shape;915;p5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5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7" name="Google Shape;917;p51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18" name="Google Shape;918;p5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5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5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5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2" name="Google Shape;922;p5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23" name="Google Shape;923;p5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24" name="Google Shape;924;p51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25" name="Google Shape;925;p5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6" name="Google Shape;926;p5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7" name="Google Shape;927;p5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28" name="Google Shape;928;p51"/>
          <p:cNvSpPr txBox="1"/>
          <p:nvPr>
            <p:ph type="title"/>
          </p:nvPr>
        </p:nvSpPr>
        <p:spPr>
          <a:xfrm>
            <a:off x="942975" y="2167513"/>
            <a:ext cx="2623200" cy="12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3_1_1_1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2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31" name="Google Shape;931;p5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32" name="Google Shape;932;p5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5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4" name="Google Shape;934;p52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35" name="Google Shape;935;p5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5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5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5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9" name="Google Shape;939;p5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40" name="Google Shape;940;p5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41" name="Google Shape;941;p52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42" name="Google Shape;942;p5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3" name="Google Shape;943;p5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4" name="Google Shape;944;p5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_1_1_1_1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5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47" name="Google Shape;947;p5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5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9" name="Google Shape;949;p53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50" name="Google Shape;950;p5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5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5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5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4" name="Google Shape;954;p5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55" name="Google Shape;955;p5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56" name="Google Shape;956;p53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57" name="Google Shape;957;p5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8" name="Google Shape;958;p5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9" name="Google Shape;959;p5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60" name="Google Shape;960;p53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3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4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63" name="Google Shape;963;p5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64" name="Google Shape;964;p5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5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6" name="Google Shape;966;p54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67" name="Google Shape;967;p5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5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5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5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1" name="Google Shape;971;p5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72" name="Google Shape;972;p5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73" name="Google Shape;973;p54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74" name="Google Shape;974;p5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5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6" name="Google Shape;976;p5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3_1_1_1_1_1_1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5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79" name="Google Shape;979;p5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5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1" name="Google Shape;981;p55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82" name="Google Shape;982;p5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5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5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5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6" name="Google Shape;986;p5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87" name="Google Shape;987;p5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88" name="Google Shape;988;p55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989" name="Google Shape;989;p5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0" name="Google Shape;990;p5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5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92" name="Google Shape;992;p55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3_1_1_1_1_1_1_1"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4" name="Google Shape;994;p5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95" name="Google Shape;995;p5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7" name="Google Shape;997;p56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98" name="Google Shape;998;p5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5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5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5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2" name="Google Shape;1002;p5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03" name="Google Shape;1003;p5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04" name="Google Shape;1004;p56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05" name="Google Shape;1005;p5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6" name="Google Shape;1006;p5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7" name="Google Shape;1007;p5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008" name="Google Shape;1008;p56"/>
          <p:cNvSpPr txBox="1"/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3_1_1_1_1_1_1_1_1"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Google Shape;1010;p5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11" name="Google Shape;1011;p5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3" name="Google Shape;1013;p57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14" name="Google Shape;1014;p5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5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5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5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8" name="Google Shape;1018;p5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19" name="Google Shape;1019;p5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20" name="Google Shape;1020;p57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21" name="Google Shape;1021;p5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2" name="Google Shape;1022;p5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3" name="Google Shape;1023;p5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024" name="Google Shape;1024;p57"/>
          <p:cNvSpPr txBox="1"/>
          <p:nvPr>
            <p:ph type="title"/>
          </p:nvPr>
        </p:nvSpPr>
        <p:spPr>
          <a:xfrm>
            <a:off x="824250" y="698625"/>
            <a:ext cx="4431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3_1_1_1_1_1_1_1_1_1"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oogle Shape;1026;p5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27" name="Google Shape;1027;p5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5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9" name="Google Shape;1029;p58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30" name="Google Shape;1030;p5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5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5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5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4" name="Google Shape;1034;p5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35" name="Google Shape;1035;p5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6" name="Google Shape;1036;p58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37" name="Google Shape;1037;p5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8" name="Google Shape;1038;p5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9" name="Google Shape;1039;p5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040" name="Google Shape;1040;p58"/>
          <p:cNvSpPr txBox="1"/>
          <p:nvPr>
            <p:ph type="title"/>
          </p:nvPr>
        </p:nvSpPr>
        <p:spPr>
          <a:xfrm>
            <a:off x="3810400" y="774825"/>
            <a:ext cx="3471600" cy="11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" name="Google Shape;1042;p5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43" name="Google Shape;1043;p5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5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59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46" name="Google Shape;1046;p5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5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5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5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0" name="Google Shape;1050;p5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51" name="Google Shape;1051;p5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52" name="Google Shape;1052;p59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53" name="Google Shape;1053;p5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4" name="Google Shape;1054;p5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5" name="Google Shape;1055;p5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056" name="Google Shape;1056;p59"/>
          <p:cNvSpPr txBox="1"/>
          <p:nvPr>
            <p:ph type="ctrTitle"/>
          </p:nvPr>
        </p:nvSpPr>
        <p:spPr>
          <a:xfrm>
            <a:off x="4572196" y="993025"/>
            <a:ext cx="38520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57" name="Google Shape;1057;p59"/>
          <p:cNvSpPr txBox="1"/>
          <p:nvPr>
            <p:ph idx="1" type="subTitle"/>
          </p:nvPr>
        </p:nvSpPr>
        <p:spPr>
          <a:xfrm>
            <a:off x="4850896" y="1875358"/>
            <a:ext cx="3294600" cy="11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8" name="Google Shape;1058;p59"/>
          <p:cNvSpPr txBox="1"/>
          <p:nvPr/>
        </p:nvSpPr>
        <p:spPr>
          <a:xfrm>
            <a:off x="4572000" y="4153200"/>
            <a:ext cx="3851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</a:t>
            </a:r>
            <a:r>
              <a:rPr lang="en" sz="9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" sz="9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infographics &amp; images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59" name="Google Shape;1059;p59"/>
          <p:cNvSpPr txBox="1"/>
          <p:nvPr>
            <p:ph idx="2" type="subTitle"/>
          </p:nvPr>
        </p:nvSpPr>
        <p:spPr>
          <a:xfrm>
            <a:off x="4643300" y="3705230"/>
            <a:ext cx="3709800" cy="3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1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6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62" name="Google Shape;1062;p6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4" name="Google Shape;1064;p60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65" name="Google Shape;1065;p6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6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6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6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9" name="Google Shape;1069;p6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70" name="Google Shape;1070;p6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71" name="Google Shape;1071;p60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72" name="Google Shape;1072;p6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3" name="Google Shape;1073;p6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4" name="Google Shape;1074;p6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075" name="Google Shape;1075;p60"/>
          <p:cNvGrpSpPr/>
          <p:nvPr/>
        </p:nvGrpSpPr>
        <p:grpSpPr>
          <a:xfrm>
            <a:off x="952499" y="1113600"/>
            <a:ext cx="7240638" cy="3108284"/>
            <a:chOff x="952499" y="1418400"/>
            <a:chExt cx="7240638" cy="3108284"/>
          </a:xfrm>
        </p:grpSpPr>
        <p:grpSp>
          <p:nvGrpSpPr>
            <p:cNvPr id="1076" name="Google Shape;1076;p60"/>
            <p:cNvGrpSpPr/>
            <p:nvPr/>
          </p:nvGrpSpPr>
          <p:grpSpPr>
            <a:xfrm>
              <a:off x="952499" y="1418400"/>
              <a:ext cx="2299225" cy="3108284"/>
              <a:chOff x="486919" y="1114962"/>
              <a:chExt cx="2619901" cy="3541800"/>
            </a:xfrm>
          </p:grpSpPr>
          <p:sp>
            <p:nvSpPr>
              <p:cNvPr id="1077" name="Google Shape;1077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fmla="val 12355" name="adj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60000" dist="47625">
                  <a:schemeClr val="dk1">
                    <a:alpha val="22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47625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79" name="Google Shape;1079;p60"/>
              <p:cNvGrpSpPr/>
              <p:nvPr/>
            </p:nvGrpSpPr>
            <p:grpSpPr>
              <a:xfrm flipH="1" rot="10800000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0" name="Google Shape;1080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83" name="Google Shape;1083;p60"/>
            <p:cNvGrpSpPr/>
            <p:nvPr/>
          </p:nvGrpSpPr>
          <p:grpSpPr>
            <a:xfrm>
              <a:off x="34232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84" name="Google Shape;1084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fmla="val 12355" name="adj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60000" dist="47625">
                  <a:schemeClr val="dk1">
                    <a:alpha val="22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47625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86" name="Google Shape;1086;p60"/>
              <p:cNvGrpSpPr/>
              <p:nvPr/>
            </p:nvGrpSpPr>
            <p:grpSpPr>
              <a:xfrm flipH="1" rot="10800000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7" name="Google Shape;1087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9" name="Google Shape;1089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90" name="Google Shape;1090;p60"/>
            <p:cNvGrpSpPr/>
            <p:nvPr/>
          </p:nvGrpSpPr>
          <p:grpSpPr>
            <a:xfrm>
              <a:off x="58939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91" name="Google Shape;1091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fmla="val 12355" name="adj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60000" dist="47625">
                  <a:schemeClr val="dk1">
                    <a:alpha val="22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47625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93" name="Google Shape;1093;p60"/>
              <p:cNvGrpSpPr/>
              <p:nvPr/>
            </p:nvGrpSpPr>
            <p:grpSpPr>
              <a:xfrm flipH="1" rot="10800000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94" name="Google Shape;1094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5" name="Google Shape;1095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6" name="Google Shape;1096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1_2"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6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99" name="Google Shape;1099;p6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1" name="Google Shape;1101;p61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02" name="Google Shape;1102;p6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6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6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6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6" name="Google Shape;1106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7" name="Google Shape;1107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08" name="Google Shape;1108;p61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09" name="Google Shape;1109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0" name="Google Shape;1110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1" name="Google Shape;1111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112" name="Google Shape;1112;p61"/>
          <p:cNvGrpSpPr/>
          <p:nvPr/>
        </p:nvGrpSpPr>
        <p:grpSpPr>
          <a:xfrm>
            <a:off x="719282" y="1076152"/>
            <a:ext cx="6880555" cy="2625711"/>
            <a:chOff x="358361" y="258062"/>
            <a:chExt cx="8428954" cy="3216600"/>
          </a:xfrm>
        </p:grpSpPr>
        <p:sp>
          <p:nvSpPr>
            <p:cNvPr id="1113" name="Google Shape;1113;p61"/>
            <p:cNvSpPr/>
            <p:nvPr/>
          </p:nvSpPr>
          <p:spPr>
            <a:xfrm>
              <a:off x="358361" y="258062"/>
              <a:ext cx="8427300" cy="32166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rotWithShape="0" algn="bl" dir="5400000" dist="38100">
                <a:schemeClr val="dk1">
                  <a:alpha val="16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1"/>
            <p:cNvSpPr/>
            <p:nvPr/>
          </p:nvSpPr>
          <p:spPr>
            <a:xfrm>
              <a:off x="360015" y="258062"/>
              <a:ext cx="8427300" cy="32166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rotWithShape="0" algn="bl" dir="5400000" dist="38100">
                <a:schemeClr val="dk1">
                  <a:alpha val="16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5" name="Google Shape;1115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16" name="Google Shape;1116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5725" rotWithShape="0" algn="bl" dir="5400000" dist="38100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17" name="Google Shape;1117;p61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18" name="Google Shape;1118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85725" rotWithShape="0" algn="bl" dir="5400000" dist="38100">
                    <a:schemeClr val="dk1">
                      <a:alpha val="16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9" name="Google Shape;1119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85725" rotWithShape="0" algn="bl" dir="5400000" dist="38100">
                    <a:schemeClr val="dk1">
                      <a:alpha val="16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0" name="Google Shape;1120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85725" rotWithShape="0" algn="bl" dir="5400000" dist="38100">
                    <a:schemeClr val="dk1">
                      <a:alpha val="16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121" name="Google Shape;1121;p61"/>
          <p:cNvGrpSpPr/>
          <p:nvPr/>
        </p:nvGrpSpPr>
        <p:grpSpPr>
          <a:xfrm>
            <a:off x="3521825" y="3242775"/>
            <a:ext cx="4695887" cy="1063125"/>
            <a:chOff x="486920" y="1114962"/>
            <a:chExt cx="5350828" cy="1211400"/>
          </a:xfrm>
        </p:grpSpPr>
        <p:sp>
          <p:nvSpPr>
            <p:cNvPr id="1122" name="Google Shape;1122;p61"/>
            <p:cNvSpPr/>
            <p:nvPr/>
          </p:nvSpPr>
          <p:spPr>
            <a:xfrm>
              <a:off x="486920" y="1114962"/>
              <a:ext cx="5350800" cy="1211400"/>
            </a:xfrm>
            <a:prstGeom prst="roundRect">
              <a:avLst>
                <a:gd fmla="val 1492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1"/>
            <p:cNvSpPr/>
            <p:nvPr/>
          </p:nvSpPr>
          <p:spPr>
            <a:xfrm>
              <a:off x="486949" y="1114991"/>
              <a:ext cx="53508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4" name="Google Shape;1124;p61"/>
            <p:cNvGrpSpPr/>
            <p:nvPr/>
          </p:nvGrpSpPr>
          <p:grpSpPr>
            <a:xfrm flipH="1" rot="10800000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25" name="Google Shape;1125;p61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61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61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1_1"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6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30" name="Google Shape;1130;p6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2" name="Google Shape;1132;p62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33" name="Google Shape;1133;p6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6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7" name="Google Shape;1137;p6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38" name="Google Shape;1138;p6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9" name="Google Shape;1139;p62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40" name="Google Shape;1140;p6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1" name="Google Shape;1141;p6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2" name="Google Shape;1142;p6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143" name="Google Shape;1143;p62"/>
          <p:cNvGrpSpPr/>
          <p:nvPr/>
        </p:nvGrpSpPr>
        <p:grpSpPr>
          <a:xfrm>
            <a:off x="1773576" y="1120075"/>
            <a:ext cx="2299225" cy="3108284"/>
            <a:chOff x="486919" y="1114962"/>
            <a:chExt cx="2619901" cy="3541800"/>
          </a:xfrm>
        </p:grpSpPr>
        <p:sp>
          <p:nvSpPr>
            <p:cNvPr id="1144" name="Google Shape;1144;p62"/>
            <p:cNvSpPr/>
            <p:nvPr/>
          </p:nvSpPr>
          <p:spPr>
            <a:xfrm>
              <a:off x="486920" y="1114962"/>
              <a:ext cx="2619900" cy="35418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2"/>
            <p:cNvSpPr/>
            <p:nvPr/>
          </p:nvSpPr>
          <p:spPr>
            <a:xfrm>
              <a:off x="486919" y="1114991"/>
              <a:ext cx="26199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6" name="Google Shape;1146;p62"/>
            <p:cNvGrpSpPr/>
            <p:nvPr/>
          </p:nvGrpSpPr>
          <p:grpSpPr>
            <a:xfrm flipH="1" rot="10800000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47" name="Google Shape;1147;p62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62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62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0" name="Google Shape;1150;p62"/>
          <p:cNvGrpSpPr/>
          <p:nvPr/>
        </p:nvGrpSpPr>
        <p:grpSpPr>
          <a:xfrm>
            <a:off x="5083801" y="1120075"/>
            <a:ext cx="2299252" cy="3108284"/>
            <a:chOff x="91807" y="1114962"/>
            <a:chExt cx="2619932" cy="3541800"/>
          </a:xfrm>
        </p:grpSpPr>
        <p:sp>
          <p:nvSpPr>
            <p:cNvPr id="1151" name="Google Shape;1151;p62"/>
            <p:cNvSpPr/>
            <p:nvPr/>
          </p:nvSpPr>
          <p:spPr>
            <a:xfrm>
              <a:off x="91807" y="1114962"/>
              <a:ext cx="2619900" cy="35418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2"/>
            <p:cNvSpPr/>
            <p:nvPr/>
          </p:nvSpPr>
          <p:spPr>
            <a:xfrm>
              <a:off x="91839" y="1114991"/>
              <a:ext cx="26199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3" name="Google Shape;1153;p62"/>
            <p:cNvGrpSpPr/>
            <p:nvPr/>
          </p:nvGrpSpPr>
          <p:grpSpPr>
            <a:xfrm flipH="1" rot="10800000">
              <a:off x="229496" y="1244995"/>
              <a:ext cx="429322" cy="93999"/>
              <a:chOff x="5184775" y="744468"/>
              <a:chExt cx="431653" cy="94500"/>
            </a:xfrm>
          </p:grpSpPr>
          <p:sp>
            <p:nvSpPr>
              <p:cNvPr id="1154" name="Google Shape;1154;p62"/>
              <p:cNvSpPr/>
              <p:nvPr/>
            </p:nvSpPr>
            <p:spPr>
              <a:xfrm>
                <a:off x="5184775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62"/>
              <p:cNvSpPr/>
              <p:nvPr/>
            </p:nvSpPr>
            <p:spPr>
              <a:xfrm>
                <a:off x="5353352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62"/>
              <p:cNvSpPr/>
              <p:nvPr/>
            </p:nvSpPr>
            <p:spPr>
              <a:xfrm>
                <a:off x="5521928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1_1_1"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6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59" name="Google Shape;1159;p6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fmla="val 555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1" name="Google Shape;1161;p63"/>
            <p:cNvGrpSpPr/>
            <p:nvPr/>
          </p:nvGrpSpPr>
          <p:grpSpPr>
            <a:xfrm flipH="1" rot="10800000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62" name="Google Shape;1162;p6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6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6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6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6" name="Google Shape;1166;p6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67" name="Google Shape;1167;p6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68" name="Google Shape;1168;p63"/>
              <p:cNvGrpSpPr/>
              <p:nvPr/>
            </p:nvGrpSpPr>
            <p:grpSpPr>
              <a:xfrm flipH="1" rot="10800000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69" name="Google Shape;1169;p6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0" name="Google Shape;1170;p6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1" name="Google Shape;1171;p6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chemeClr val="dk1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172" name="Google Shape;1172;p63"/>
          <p:cNvGrpSpPr/>
          <p:nvPr/>
        </p:nvGrpSpPr>
        <p:grpSpPr>
          <a:xfrm>
            <a:off x="6830653" y="1437528"/>
            <a:ext cx="1591816" cy="1122977"/>
            <a:chOff x="486931" y="1114949"/>
            <a:chExt cx="2517900" cy="1776300"/>
          </a:xfrm>
        </p:grpSpPr>
        <p:sp>
          <p:nvSpPr>
            <p:cNvPr id="1173" name="Google Shape;1173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75" name="Google Shape;1175;p63"/>
            <p:cNvGrpSpPr/>
            <p:nvPr/>
          </p:nvGrpSpPr>
          <p:grpSpPr>
            <a:xfrm flipH="1" rot="10800000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76" name="Google Shape;1176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9" name="Google Shape;1179;p63"/>
          <p:cNvGrpSpPr/>
          <p:nvPr/>
        </p:nvGrpSpPr>
        <p:grpSpPr>
          <a:xfrm>
            <a:off x="2497124" y="1208425"/>
            <a:ext cx="4166209" cy="2778904"/>
            <a:chOff x="486897" y="1114972"/>
            <a:chExt cx="5169635" cy="3448200"/>
          </a:xfrm>
        </p:grpSpPr>
        <p:sp>
          <p:nvSpPr>
            <p:cNvPr id="1180" name="Google Shape;1180;p63"/>
            <p:cNvSpPr/>
            <p:nvPr/>
          </p:nvSpPr>
          <p:spPr>
            <a:xfrm>
              <a:off x="486932" y="1114972"/>
              <a:ext cx="5169600" cy="3448200"/>
            </a:xfrm>
            <a:prstGeom prst="roundRect">
              <a:avLst>
                <a:gd fmla="val 7978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3"/>
            <p:cNvSpPr/>
            <p:nvPr/>
          </p:nvSpPr>
          <p:spPr>
            <a:xfrm>
              <a:off x="486897" y="1115004"/>
              <a:ext cx="51696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2" name="Google Shape;1182;p63"/>
            <p:cNvGrpSpPr/>
            <p:nvPr/>
          </p:nvGrpSpPr>
          <p:grpSpPr>
            <a:xfrm flipH="1" rot="10800000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83" name="Google Shape;1183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86" name="Google Shape;1186;p63"/>
          <p:cNvGrpSpPr/>
          <p:nvPr/>
        </p:nvGrpSpPr>
        <p:grpSpPr>
          <a:xfrm>
            <a:off x="730778" y="1437528"/>
            <a:ext cx="1591816" cy="1122977"/>
            <a:chOff x="486931" y="1114949"/>
            <a:chExt cx="2517900" cy="1776300"/>
          </a:xfrm>
        </p:grpSpPr>
        <p:sp>
          <p:nvSpPr>
            <p:cNvPr id="1187" name="Google Shape;1187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9" name="Google Shape;1189;p63"/>
            <p:cNvGrpSpPr/>
            <p:nvPr/>
          </p:nvGrpSpPr>
          <p:grpSpPr>
            <a:xfrm flipH="1" rot="10800000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90" name="Google Shape;1190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b="1" sz="2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3BSGWvFWsazualyyunCt6-clbeweYtDe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64"/>
          <p:cNvSpPr/>
          <p:nvPr/>
        </p:nvSpPr>
        <p:spPr>
          <a:xfrm>
            <a:off x="1098363" y="3767525"/>
            <a:ext cx="4019100" cy="73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D2D6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57150">
              <a:schemeClr val="dk1">
                <a:alpha val="1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64"/>
          <p:cNvSpPr txBox="1"/>
          <p:nvPr>
            <p:ph idx="1" type="subTitle"/>
          </p:nvPr>
        </p:nvSpPr>
        <p:spPr>
          <a:xfrm>
            <a:off x="1244625" y="3767525"/>
            <a:ext cx="3804300" cy="52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rbitron"/>
                <a:ea typeface="Orbitron"/>
                <a:cs typeface="Orbitron"/>
                <a:sym typeface="Orbitron"/>
              </a:rPr>
              <a:t>SRUTHI BALU</a:t>
            </a:r>
            <a:endParaRPr b="1" sz="1400"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rbitron"/>
                <a:ea typeface="Orbitron"/>
                <a:cs typeface="Orbitron"/>
                <a:sym typeface="Orbitron"/>
              </a:rPr>
              <a:t>MSDS - Rutgers University</a:t>
            </a:r>
            <a:endParaRPr b="1" sz="1400"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1199" name="Google Shape;1199;p64"/>
          <p:cNvGrpSpPr/>
          <p:nvPr/>
        </p:nvGrpSpPr>
        <p:grpSpPr>
          <a:xfrm>
            <a:off x="5911049" y="1750061"/>
            <a:ext cx="2647400" cy="2753360"/>
            <a:chOff x="4985306" y="1282487"/>
            <a:chExt cx="3427498" cy="2849974"/>
          </a:xfrm>
        </p:grpSpPr>
        <p:sp>
          <p:nvSpPr>
            <p:cNvPr id="1200" name="Google Shape;1200;p64"/>
            <p:cNvSpPr/>
            <p:nvPr/>
          </p:nvSpPr>
          <p:spPr>
            <a:xfrm>
              <a:off x="5044568" y="1717313"/>
              <a:ext cx="3151960" cy="2106720"/>
            </a:xfrm>
            <a:custGeom>
              <a:rect b="b" l="l" r="r" t="t"/>
              <a:pathLst>
                <a:path extrusionOk="0" h="98330" w="147116">
                  <a:moveTo>
                    <a:pt x="1490" y="0"/>
                  </a:moveTo>
                  <a:cubicBezTo>
                    <a:pt x="669" y="0"/>
                    <a:pt x="0" y="638"/>
                    <a:pt x="0" y="1489"/>
                  </a:cubicBezTo>
                  <a:lnTo>
                    <a:pt x="0" y="2979"/>
                  </a:lnTo>
                  <a:lnTo>
                    <a:pt x="0" y="96932"/>
                  </a:lnTo>
                  <a:cubicBezTo>
                    <a:pt x="0" y="97722"/>
                    <a:pt x="639" y="98330"/>
                    <a:pt x="1399" y="98330"/>
                  </a:cubicBezTo>
                  <a:lnTo>
                    <a:pt x="145657" y="98330"/>
                  </a:lnTo>
                  <a:cubicBezTo>
                    <a:pt x="146447" y="98330"/>
                    <a:pt x="147055" y="97691"/>
                    <a:pt x="147055" y="96932"/>
                  </a:cubicBezTo>
                  <a:lnTo>
                    <a:pt x="147055" y="2979"/>
                  </a:lnTo>
                  <a:lnTo>
                    <a:pt x="147055" y="1489"/>
                  </a:lnTo>
                  <a:cubicBezTo>
                    <a:pt x="147116" y="638"/>
                    <a:pt x="146477" y="0"/>
                    <a:pt x="145626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41902" rotWithShape="0" algn="bl" dir="5460000" dist="27935">
                <a:schemeClr val="dk1">
                  <a:alpha val="15000"/>
                </a:schemeClr>
              </a:outerShdw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4"/>
            <p:cNvSpPr/>
            <p:nvPr/>
          </p:nvSpPr>
          <p:spPr>
            <a:xfrm>
              <a:off x="4985949" y="1711443"/>
              <a:ext cx="3151318" cy="2043559"/>
            </a:xfrm>
            <a:custGeom>
              <a:rect b="b" l="l" r="r" t="t"/>
              <a:pathLst>
                <a:path extrusionOk="0" h="95382" w="147086">
                  <a:moveTo>
                    <a:pt x="1" y="1"/>
                  </a:moveTo>
                  <a:lnTo>
                    <a:pt x="1" y="93984"/>
                  </a:lnTo>
                  <a:cubicBezTo>
                    <a:pt x="1" y="94744"/>
                    <a:pt x="609" y="95382"/>
                    <a:pt x="1399" y="95382"/>
                  </a:cubicBezTo>
                  <a:lnTo>
                    <a:pt x="145627" y="95382"/>
                  </a:lnTo>
                  <a:cubicBezTo>
                    <a:pt x="146417" y="95382"/>
                    <a:pt x="147086" y="94774"/>
                    <a:pt x="147086" y="93984"/>
                  </a:cubicBezTo>
                  <a:lnTo>
                    <a:pt x="1470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41902" rotWithShape="0" algn="bl" dir="5460000" dist="13967">
                <a:schemeClr val="dk1">
                  <a:alpha val="15000"/>
                </a:schemeClr>
              </a:outerShdw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4"/>
            <p:cNvSpPr/>
            <p:nvPr/>
          </p:nvSpPr>
          <p:spPr>
            <a:xfrm>
              <a:off x="4985306" y="1648282"/>
              <a:ext cx="3151960" cy="63182"/>
            </a:xfrm>
            <a:custGeom>
              <a:rect b="b" l="l" r="r" t="t"/>
              <a:pathLst>
                <a:path extrusionOk="0" h="2949" w="147116">
                  <a:moveTo>
                    <a:pt x="1459" y="0"/>
                  </a:moveTo>
                  <a:cubicBezTo>
                    <a:pt x="639" y="0"/>
                    <a:pt x="0" y="669"/>
                    <a:pt x="0" y="1490"/>
                  </a:cubicBezTo>
                  <a:lnTo>
                    <a:pt x="0" y="2949"/>
                  </a:lnTo>
                  <a:lnTo>
                    <a:pt x="147116" y="2949"/>
                  </a:lnTo>
                  <a:lnTo>
                    <a:pt x="147116" y="1490"/>
                  </a:lnTo>
                  <a:cubicBezTo>
                    <a:pt x="147116" y="638"/>
                    <a:pt x="146417" y="0"/>
                    <a:pt x="145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41902" rotWithShape="0" algn="bl" dir="5460000" dist="13967">
                <a:schemeClr val="dk1">
                  <a:alpha val="15000"/>
                </a:schemeClr>
              </a:outerShdw>
              <a:reflection blurRad="0" dir="5400000" dist="55870" endA="0" endPos="24000" fadeDir="5400012" kx="0" rotWithShape="0" algn="bl" stA="10000" stPos="0" sy="-100000" ky="0"/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4"/>
            <p:cNvSpPr/>
            <p:nvPr/>
          </p:nvSpPr>
          <p:spPr>
            <a:xfrm>
              <a:off x="5026335" y="1674313"/>
              <a:ext cx="18254" cy="17611"/>
            </a:xfrm>
            <a:custGeom>
              <a:rect b="b" l="l" r="r" t="t"/>
              <a:pathLst>
                <a:path extrusionOk="0" h="822" w="852">
                  <a:moveTo>
                    <a:pt x="426" y="1"/>
                  </a:moveTo>
                  <a:cubicBezTo>
                    <a:pt x="183" y="1"/>
                    <a:pt x="0" y="183"/>
                    <a:pt x="0" y="427"/>
                  </a:cubicBezTo>
                  <a:cubicBezTo>
                    <a:pt x="0" y="639"/>
                    <a:pt x="183" y="822"/>
                    <a:pt x="426" y="822"/>
                  </a:cubicBezTo>
                  <a:cubicBezTo>
                    <a:pt x="669" y="822"/>
                    <a:pt x="851" y="639"/>
                    <a:pt x="851" y="427"/>
                  </a:cubicBezTo>
                  <a:cubicBezTo>
                    <a:pt x="851" y="183"/>
                    <a:pt x="669" y="1"/>
                    <a:pt x="426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41902" rotWithShape="0" algn="bl" dir="5460000" dist="13967">
                <a:schemeClr val="dk1">
                  <a:alpha val="15000"/>
                </a:schemeClr>
              </a:outerShdw>
              <a:reflection blurRad="0" dir="5400000" dist="55870" endA="0" endPos="24000" fadeDir="5400012" kx="0" rotWithShape="0" algn="bl" stA="10000" stPos="0" sy="-100000" ky="0"/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4"/>
            <p:cNvSpPr/>
            <p:nvPr/>
          </p:nvSpPr>
          <p:spPr>
            <a:xfrm>
              <a:off x="5071263" y="1674313"/>
              <a:ext cx="18254" cy="17611"/>
            </a:xfrm>
            <a:custGeom>
              <a:rect b="b" l="l" r="r" t="t"/>
              <a:pathLst>
                <a:path extrusionOk="0" h="822" w="852">
                  <a:moveTo>
                    <a:pt x="426" y="1"/>
                  </a:moveTo>
                  <a:cubicBezTo>
                    <a:pt x="183" y="1"/>
                    <a:pt x="1" y="183"/>
                    <a:pt x="1" y="427"/>
                  </a:cubicBezTo>
                  <a:cubicBezTo>
                    <a:pt x="1" y="639"/>
                    <a:pt x="183" y="822"/>
                    <a:pt x="426" y="822"/>
                  </a:cubicBezTo>
                  <a:cubicBezTo>
                    <a:pt x="639" y="822"/>
                    <a:pt x="852" y="639"/>
                    <a:pt x="852" y="427"/>
                  </a:cubicBezTo>
                  <a:cubicBezTo>
                    <a:pt x="852" y="183"/>
                    <a:pt x="639" y="1"/>
                    <a:pt x="426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41902" rotWithShape="0" algn="bl" dir="5460000" dist="13967">
                <a:schemeClr val="dk1">
                  <a:alpha val="15000"/>
                </a:schemeClr>
              </a:outerShdw>
              <a:reflection blurRad="0" dir="5400000" dist="55870" endA="0" endPos="24000" fadeDir="5400012" kx="0" rotWithShape="0" algn="bl" stA="10000" stPos="0" sy="-100000" ky="0"/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4"/>
            <p:cNvSpPr/>
            <p:nvPr/>
          </p:nvSpPr>
          <p:spPr>
            <a:xfrm>
              <a:off x="5116192" y="1674313"/>
              <a:ext cx="17611" cy="17611"/>
            </a:xfrm>
            <a:custGeom>
              <a:rect b="b" l="l" r="r" t="t"/>
              <a:pathLst>
                <a:path extrusionOk="0" h="822" w="822">
                  <a:moveTo>
                    <a:pt x="427" y="1"/>
                  </a:moveTo>
                  <a:cubicBezTo>
                    <a:pt x="183" y="1"/>
                    <a:pt x="1" y="183"/>
                    <a:pt x="1" y="427"/>
                  </a:cubicBezTo>
                  <a:cubicBezTo>
                    <a:pt x="1" y="639"/>
                    <a:pt x="183" y="822"/>
                    <a:pt x="427" y="822"/>
                  </a:cubicBezTo>
                  <a:cubicBezTo>
                    <a:pt x="639" y="822"/>
                    <a:pt x="822" y="639"/>
                    <a:pt x="822" y="427"/>
                  </a:cubicBezTo>
                  <a:cubicBezTo>
                    <a:pt x="822" y="183"/>
                    <a:pt x="639" y="1"/>
                    <a:pt x="427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41902" rotWithShape="0" algn="bl" dir="5460000" dist="13967">
                <a:schemeClr val="dk1">
                  <a:alpha val="15000"/>
                </a:schemeClr>
              </a:outerShdw>
              <a:reflection blurRad="0" dir="5400000" dist="55870" endA="0" endPos="24000" fadeDir="5400012" kx="0" rotWithShape="0" algn="bl" stA="10000" stPos="0" sy="-100000" ky="0"/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4"/>
            <p:cNvSpPr/>
            <p:nvPr/>
          </p:nvSpPr>
          <p:spPr>
            <a:xfrm>
              <a:off x="5053706" y="1787625"/>
              <a:ext cx="3014540" cy="1892492"/>
            </a:xfrm>
            <a:custGeom>
              <a:rect b="b" l="l" r="r" t="t"/>
              <a:pathLst>
                <a:path extrusionOk="0" h="88331" w="140702">
                  <a:moveTo>
                    <a:pt x="0" y="1"/>
                  </a:moveTo>
                  <a:lnTo>
                    <a:pt x="0" y="88330"/>
                  </a:lnTo>
                  <a:lnTo>
                    <a:pt x="140702" y="88330"/>
                  </a:lnTo>
                  <a:lnTo>
                    <a:pt x="14070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41902" rotWithShape="0" algn="bl" dir="5460000" dist="13967">
                <a:schemeClr val="dk1">
                  <a:alpha val="15000"/>
                </a:schemeClr>
              </a:outerShdw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7" name="Google Shape;1207;p64"/>
            <p:cNvGrpSpPr/>
            <p:nvPr/>
          </p:nvGrpSpPr>
          <p:grpSpPr>
            <a:xfrm>
              <a:off x="6414630" y="3150775"/>
              <a:ext cx="707500" cy="356921"/>
              <a:chOff x="2317875" y="3150775"/>
              <a:chExt cx="707500" cy="356921"/>
            </a:xfrm>
          </p:grpSpPr>
          <p:sp>
            <p:nvSpPr>
              <p:cNvPr id="1208" name="Google Shape;1208;p64"/>
              <p:cNvSpPr/>
              <p:nvPr/>
            </p:nvSpPr>
            <p:spPr>
              <a:xfrm>
                <a:off x="2317875" y="3150775"/>
                <a:ext cx="707500" cy="356921"/>
              </a:xfrm>
              <a:custGeom>
                <a:rect b="b" l="l" r="r" t="t"/>
                <a:pathLst>
                  <a:path extrusionOk="0" h="28299" w="2830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41902" rotWithShape="0" algn="bl" dir="5400000" dist="20951">
                  <a:schemeClr val="dk1">
                    <a:alpha val="18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09" name="Google Shape;1209;p64"/>
              <p:cNvGrpSpPr/>
              <p:nvPr/>
            </p:nvGrpSpPr>
            <p:grpSpPr>
              <a:xfrm>
                <a:off x="2415693" y="3236562"/>
                <a:ext cx="471900" cy="95000"/>
                <a:chOff x="5088750" y="3020450"/>
                <a:chExt cx="471900" cy="95000"/>
              </a:xfrm>
            </p:grpSpPr>
            <p:sp>
              <p:nvSpPr>
                <p:cNvPr id="1210" name="Google Shape;1210;p64"/>
                <p:cNvSpPr/>
                <p:nvPr/>
              </p:nvSpPr>
              <p:spPr>
                <a:xfrm>
                  <a:off x="5088750" y="3020450"/>
                  <a:ext cx="95000" cy="95000"/>
                </a:xfrm>
                <a:custGeom>
                  <a:rect b="b" l="l" r="r" t="t"/>
                  <a:pathLst>
                    <a:path extrusionOk="0" h="3800" w="3800">
                      <a:moveTo>
                        <a:pt x="1885" y="0"/>
                      </a:moveTo>
                      <a:cubicBezTo>
                        <a:pt x="821" y="0"/>
                        <a:pt x="0" y="821"/>
                        <a:pt x="0" y="1885"/>
                      </a:cubicBezTo>
                      <a:cubicBezTo>
                        <a:pt x="0" y="2949"/>
                        <a:pt x="821" y="3800"/>
                        <a:pt x="1885" y="3800"/>
                      </a:cubicBezTo>
                      <a:cubicBezTo>
                        <a:pt x="2948" y="3800"/>
                        <a:pt x="3800" y="2949"/>
                        <a:pt x="3800" y="1885"/>
                      </a:cubicBezTo>
                      <a:cubicBezTo>
                        <a:pt x="3800" y="821"/>
                        <a:pt x="2918" y="0"/>
                        <a:pt x="188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62853" rotWithShape="0" algn="bl" dir="5400000" dist="13967">
                    <a:schemeClr val="dk1">
                      <a:alpha val="18000"/>
                    </a:schemeClr>
                  </a:outerShdw>
                </a:effectLst>
              </p:spPr>
              <p:txBody>
                <a:bodyPr anchorCtr="0" anchor="ctr" bIns="67025" lIns="67025" spcFirstLastPara="1" rIns="67025" wrap="square" tIns="670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64"/>
                <p:cNvSpPr/>
                <p:nvPr/>
              </p:nvSpPr>
              <p:spPr>
                <a:xfrm>
                  <a:off x="5225525" y="3031850"/>
                  <a:ext cx="335125" cy="22825"/>
                </a:xfrm>
                <a:custGeom>
                  <a:rect b="b" l="l" r="r" t="t"/>
                  <a:pathLst>
                    <a:path extrusionOk="0" h="913" w="13405">
                      <a:moveTo>
                        <a:pt x="426" y="0"/>
                      </a:moveTo>
                      <a:cubicBezTo>
                        <a:pt x="183" y="0"/>
                        <a:pt x="0" y="183"/>
                        <a:pt x="0" y="426"/>
                      </a:cubicBezTo>
                      <a:lnTo>
                        <a:pt x="0" y="487"/>
                      </a:lnTo>
                      <a:cubicBezTo>
                        <a:pt x="0" y="730"/>
                        <a:pt x="183" y="912"/>
                        <a:pt x="426" y="912"/>
                      </a:cubicBezTo>
                      <a:lnTo>
                        <a:pt x="12979" y="912"/>
                      </a:lnTo>
                      <a:cubicBezTo>
                        <a:pt x="13222" y="912"/>
                        <a:pt x="13405" y="730"/>
                        <a:pt x="13405" y="487"/>
                      </a:cubicBezTo>
                      <a:lnTo>
                        <a:pt x="13405" y="426"/>
                      </a:lnTo>
                      <a:cubicBezTo>
                        <a:pt x="13405" y="183"/>
                        <a:pt x="13222" y="0"/>
                        <a:pt x="129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62853" rotWithShape="0" algn="bl" dir="5400000" dist="13967">
                    <a:schemeClr val="dk1">
                      <a:alpha val="18000"/>
                    </a:schemeClr>
                  </a:outerShdw>
                </a:effectLst>
              </p:spPr>
              <p:txBody>
                <a:bodyPr anchorCtr="0" anchor="ctr" bIns="67025" lIns="67025" spcFirstLastPara="1" rIns="67025" wrap="square" tIns="670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2" name="Google Shape;1212;p64"/>
                <p:cNvSpPr/>
                <p:nvPr/>
              </p:nvSpPr>
              <p:spPr>
                <a:xfrm>
                  <a:off x="5225525" y="3086550"/>
                  <a:ext cx="186950" cy="22825"/>
                </a:xfrm>
                <a:custGeom>
                  <a:rect b="b" l="l" r="r" t="t"/>
                  <a:pathLst>
                    <a:path extrusionOk="0" h="913" w="7478">
                      <a:moveTo>
                        <a:pt x="426" y="1"/>
                      </a:moveTo>
                      <a:cubicBezTo>
                        <a:pt x="183" y="1"/>
                        <a:pt x="0" y="183"/>
                        <a:pt x="0" y="426"/>
                      </a:cubicBezTo>
                      <a:lnTo>
                        <a:pt x="0" y="517"/>
                      </a:lnTo>
                      <a:cubicBezTo>
                        <a:pt x="0" y="730"/>
                        <a:pt x="183" y="913"/>
                        <a:pt x="426" y="913"/>
                      </a:cubicBezTo>
                      <a:lnTo>
                        <a:pt x="7052" y="913"/>
                      </a:lnTo>
                      <a:cubicBezTo>
                        <a:pt x="7295" y="913"/>
                        <a:pt x="7478" y="730"/>
                        <a:pt x="7478" y="517"/>
                      </a:cubicBezTo>
                      <a:lnTo>
                        <a:pt x="7478" y="426"/>
                      </a:lnTo>
                      <a:cubicBezTo>
                        <a:pt x="7478" y="183"/>
                        <a:pt x="7295" y="1"/>
                        <a:pt x="70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62853" rotWithShape="0" algn="bl" dir="5400000" dist="13967">
                    <a:schemeClr val="dk1">
                      <a:alpha val="18000"/>
                    </a:schemeClr>
                  </a:outerShdw>
                </a:effectLst>
              </p:spPr>
              <p:txBody>
                <a:bodyPr anchorCtr="0" anchor="ctr" bIns="67025" lIns="67025" spcFirstLastPara="1" rIns="67025" wrap="square" tIns="670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p64"/>
                <p:cNvSpPr/>
                <p:nvPr/>
              </p:nvSpPr>
              <p:spPr>
                <a:xfrm>
                  <a:off x="5434500" y="3086550"/>
                  <a:ext cx="53975" cy="22825"/>
                </a:xfrm>
                <a:custGeom>
                  <a:rect b="b" l="l" r="r" t="t"/>
                  <a:pathLst>
                    <a:path extrusionOk="0" h="913" w="2159">
                      <a:moveTo>
                        <a:pt x="456" y="1"/>
                      </a:moveTo>
                      <a:cubicBezTo>
                        <a:pt x="183" y="1"/>
                        <a:pt x="0" y="244"/>
                        <a:pt x="0" y="457"/>
                      </a:cubicBezTo>
                      <a:cubicBezTo>
                        <a:pt x="0" y="730"/>
                        <a:pt x="213" y="913"/>
                        <a:pt x="456" y="913"/>
                      </a:cubicBezTo>
                      <a:lnTo>
                        <a:pt x="1702" y="913"/>
                      </a:lnTo>
                      <a:cubicBezTo>
                        <a:pt x="1945" y="913"/>
                        <a:pt x="2128" y="730"/>
                        <a:pt x="2158" y="457"/>
                      </a:cubicBezTo>
                      <a:cubicBezTo>
                        <a:pt x="2158" y="214"/>
                        <a:pt x="1945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62853" rotWithShape="0" algn="bl" dir="5400000" dist="13967">
                    <a:schemeClr val="dk1">
                      <a:alpha val="18000"/>
                    </a:schemeClr>
                  </a:outerShdw>
                </a:effectLst>
              </p:spPr>
              <p:txBody>
                <a:bodyPr anchorCtr="0" anchor="ctr" bIns="67025" lIns="67025" spcFirstLastPara="1" rIns="67025" wrap="square" tIns="670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14" name="Google Shape;1214;p64"/>
            <p:cNvGrpSpPr/>
            <p:nvPr/>
          </p:nvGrpSpPr>
          <p:grpSpPr>
            <a:xfrm>
              <a:off x="7199580" y="3150775"/>
              <a:ext cx="707500" cy="356921"/>
              <a:chOff x="3102825" y="3150775"/>
              <a:chExt cx="707500" cy="356921"/>
            </a:xfrm>
          </p:grpSpPr>
          <p:sp>
            <p:nvSpPr>
              <p:cNvPr id="1215" name="Google Shape;1215;p64"/>
              <p:cNvSpPr/>
              <p:nvPr/>
            </p:nvSpPr>
            <p:spPr>
              <a:xfrm>
                <a:off x="3102825" y="3150775"/>
                <a:ext cx="707500" cy="356921"/>
              </a:xfrm>
              <a:custGeom>
                <a:rect b="b" l="l" r="r" t="t"/>
                <a:pathLst>
                  <a:path extrusionOk="0" h="28299" w="2830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41902" rotWithShape="0" algn="bl" dir="5400000" dist="20951">
                  <a:schemeClr val="dk1">
                    <a:alpha val="18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64"/>
              <p:cNvSpPr/>
              <p:nvPr/>
            </p:nvSpPr>
            <p:spPr>
              <a:xfrm>
                <a:off x="3176913" y="3409013"/>
                <a:ext cx="266750" cy="40300"/>
              </a:xfrm>
              <a:custGeom>
                <a:rect b="b" l="l" r="r" t="t"/>
                <a:pathLst>
                  <a:path extrusionOk="0" h="1612" w="10670">
                    <a:moveTo>
                      <a:pt x="791" y="1"/>
                    </a:moveTo>
                    <a:cubicBezTo>
                      <a:pt x="335" y="1"/>
                      <a:pt x="1" y="396"/>
                      <a:pt x="1" y="822"/>
                    </a:cubicBezTo>
                    <a:cubicBezTo>
                      <a:pt x="1" y="1278"/>
                      <a:pt x="366" y="1612"/>
                      <a:pt x="791" y="1612"/>
                    </a:cubicBezTo>
                    <a:lnTo>
                      <a:pt x="9880" y="1612"/>
                    </a:lnTo>
                    <a:cubicBezTo>
                      <a:pt x="10305" y="1612"/>
                      <a:pt x="10670" y="1247"/>
                      <a:pt x="10670" y="822"/>
                    </a:cubicBezTo>
                    <a:cubicBezTo>
                      <a:pt x="10670" y="366"/>
                      <a:pt x="10305" y="1"/>
                      <a:pt x="98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64"/>
              <p:cNvSpPr/>
              <p:nvPr/>
            </p:nvSpPr>
            <p:spPr>
              <a:xfrm>
                <a:off x="3176163" y="3209163"/>
                <a:ext cx="560825" cy="39550"/>
              </a:xfrm>
              <a:custGeom>
                <a:rect b="b" l="l" r="r" t="t"/>
                <a:pathLst>
                  <a:path extrusionOk="0" h="1582" w="22433">
                    <a:moveTo>
                      <a:pt x="791" y="1"/>
                    </a:moveTo>
                    <a:cubicBezTo>
                      <a:pt x="335" y="1"/>
                      <a:pt x="1" y="366"/>
                      <a:pt x="1" y="791"/>
                    </a:cubicBezTo>
                    <a:cubicBezTo>
                      <a:pt x="1" y="1247"/>
                      <a:pt x="365" y="1581"/>
                      <a:pt x="791" y="1581"/>
                    </a:cubicBezTo>
                    <a:lnTo>
                      <a:pt x="21642" y="1581"/>
                    </a:lnTo>
                    <a:cubicBezTo>
                      <a:pt x="22098" y="1581"/>
                      <a:pt x="22433" y="1247"/>
                      <a:pt x="22433" y="791"/>
                    </a:cubicBezTo>
                    <a:cubicBezTo>
                      <a:pt x="22433" y="335"/>
                      <a:pt x="22068" y="1"/>
                      <a:pt x="216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64"/>
              <p:cNvSpPr/>
              <p:nvPr/>
            </p:nvSpPr>
            <p:spPr>
              <a:xfrm>
                <a:off x="3176163" y="3308713"/>
                <a:ext cx="560825" cy="40300"/>
              </a:xfrm>
              <a:custGeom>
                <a:rect b="b" l="l" r="r" t="t"/>
                <a:pathLst>
                  <a:path extrusionOk="0" h="1612" w="22433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cubicBezTo>
                      <a:pt x="1" y="1247"/>
                      <a:pt x="365" y="1612"/>
                      <a:pt x="791" y="1612"/>
                    </a:cubicBezTo>
                    <a:lnTo>
                      <a:pt x="21642" y="1612"/>
                    </a:lnTo>
                    <a:cubicBezTo>
                      <a:pt x="22098" y="1612"/>
                      <a:pt x="22433" y="1247"/>
                      <a:pt x="22433" y="791"/>
                    </a:cubicBezTo>
                    <a:cubicBezTo>
                      <a:pt x="22433" y="335"/>
                      <a:pt x="22068" y="1"/>
                      <a:pt x="216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9" name="Google Shape;1219;p64"/>
            <p:cNvGrpSpPr/>
            <p:nvPr/>
          </p:nvGrpSpPr>
          <p:grpSpPr>
            <a:xfrm>
              <a:off x="6414640" y="2097213"/>
              <a:ext cx="1514782" cy="1006855"/>
              <a:chOff x="4981963" y="3755000"/>
              <a:chExt cx="1001575" cy="735575"/>
            </a:xfrm>
          </p:grpSpPr>
          <p:sp>
            <p:nvSpPr>
              <p:cNvPr id="1220" name="Google Shape;1220;p64"/>
              <p:cNvSpPr/>
              <p:nvPr/>
            </p:nvSpPr>
            <p:spPr>
              <a:xfrm>
                <a:off x="4981963" y="3755000"/>
                <a:ext cx="1001575" cy="735575"/>
              </a:xfrm>
              <a:custGeom>
                <a:rect b="b" l="l" r="r" t="t"/>
                <a:pathLst>
                  <a:path extrusionOk="0" h="29423" w="40063">
                    <a:moveTo>
                      <a:pt x="1916" y="0"/>
                    </a:moveTo>
                    <a:cubicBezTo>
                      <a:pt x="852" y="0"/>
                      <a:pt x="1" y="882"/>
                      <a:pt x="1" y="1945"/>
                    </a:cubicBezTo>
                    <a:lnTo>
                      <a:pt x="1" y="27478"/>
                    </a:lnTo>
                    <a:cubicBezTo>
                      <a:pt x="1" y="28541"/>
                      <a:pt x="852" y="29423"/>
                      <a:pt x="1916" y="29423"/>
                    </a:cubicBezTo>
                    <a:lnTo>
                      <a:pt x="38148" y="29423"/>
                    </a:lnTo>
                    <a:cubicBezTo>
                      <a:pt x="39211" y="29423"/>
                      <a:pt x="40063" y="28541"/>
                      <a:pt x="40063" y="27478"/>
                    </a:cubicBezTo>
                    <a:lnTo>
                      <a:pt x="40063" y="1976"/>
                    </a:lnTo>
                    <a:cubicBezTo>
                      <a:pt x="40063" y="882"/>
                      <a:pt x="39211" y="0"/>
                      <a:pt x="381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41902" rotWithShape="0" algn="bl" dir="5400000" dist="55870">
                  <a:schemeClr val="dk1">
                    <a:alpha val="17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64"/>
              <p:cNvSpPr/>
              <p:nvPr/>
            </p:nvSpPr>
            <p:spPr>
              <a:xfrm>
                <a:off x="5092913" y="4207125"/>
                <a:ext cx="779675" cy="30425"/>
              </a:xfrm>
              <a:custGeom>
                <a:rect b="b" l="l" r="r" t="t"/>
                <a:pathLst>
                  <a:path extrusionOk="0" h="1217" w="31187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64"/>
              <p:cNvSpPr/>
              <p:nvPr/>
            </p:nvSpPr>
            <p:spPr>
              <a:xfrm>
                <a:off x="5092913" y="4286900"/>
                <a:ext cx="779675" cy="30425"/>
              </a:xfrm>
              <a:custGeom>
                <a:rect b="b" l="l" r="r" t="t"/>
                <a:pathLst>
                  <a:path extrusionOk="0" h="1217" w="31187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64"/>
              <p:cNvSpPr/>
              <p:nvPr/>
            </p:nvSpPr>
            <p:spPr>
              <a:xfrm>
                <a:off x="5092913" y="4365950"/>
                <a:ext cx="295625" cy="30400"/>
              </a:xfrm>
              <a:custGeom>
                <a:rect b="b" l="l" r="r" t="t"/>
                <a:pathLst>
                  <a:path extrusionOk="0" h="1216" w="11825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24" name="Google Shape;1224;p64"/>
            <p:cNvSpPr/>
            <p:nvPr/>
          </p:nvSpPr>
          <p:spPr>
            <a:xfrm>
              <a:off x="5246855" y="2672675"/>
              <a:ext cx="1076178" cy="835033"/>
            </a:xfrm>
            <a:custGeom>
              <a:rect b="b" l="l" r="r" t="t"/>
              <a:pathLst>
                <a:path extrusionOk="0" h="28299" w="28300">
                  <a:moveTo>
                    <a:pt x="25260" y="28298"/>
                  </a:moveTo>
                  <a:lnTo>
                    <a:pt x="3040" y="28298"/>
                  </a:lnTo>
                  <a:cubicBezTo>
                    <a:pt x="1369" y="28298"/>
                    <a:pt x="1" y="26931"/>
                    <a:pt x="1" y="25259"/>
                  </a:cubicBezTo>
                  <a:lnTo>
                    <a:pt x="1" y="3040"/>
                  </a:lnTo>
                  <a:cubicBezTo>
                    <a:pt x="1" y="1368"/>
                    <a:pt x="1369" y="0"/>
                    <a:pt x="3040" y="0"/>
                  </a:cubicBezTo>
                  <a:lnTo>
                    <a:pt x="25260" y="0"/>
                  </a:lnTo>
                  <a:cubicBezTo>
                    <a:pt x="26931" y="0"/>
                    <a:pt x="28299" y="1368"/>
                    <a:pt x="28299" y="3040"/>
                  </a:cubicBezTo>
                  <a:lnTo>
                    <a:pt x="28299" y="25259"/>
                  </a:lnTo>
                  <a:cubicBezTo>
                    <a:pt x="28299" y="26931"/>
                    <a:pt x="26931" y="28298"/>
                    <a:pt x="25260" y="28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2378" rotWithShape="0" algn="bl" dir="5400000" dist="34918">
                <a:schemeClr val="dk1">
                  <a:alpha val="18000"/>
                </a:schemeClr>
              </a:outerShdw>
              <a:reflection blurRad="0" dir="5400000" dist="55870" endA="0" endPos="28000" fadeDir="5400012" kx="0" rotWithShape="0" algn="bl" stA="5000" stPos="0" sy="-100000" ky="0"/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25" name="Google Shape;1225;p64"/>
            <p:cNvGrpSpPr/>
            <p:nvPr/>
          </p:nvGrpSpPr>
          <p:grpSpPr>
            <a:xfrm>
              <a:off x="5999093" y="1884550"/>
              <a:ext cx="707500" cy="707475"/>
              <a:chOff x="5921438" y="1923500"/>
              <a:chExt cx="707500" cy="707475"/>
            </a:xfrm>
          </p:grpSpPr>
          <p:sp>
            <p:nvSpPr>
              <p:cNvPr id="1226" name="Google Shape;1226;p64"/>
              <p:cNvSpPr/>
              <p:nvPr/>
            </p:nvSpPr>
            <p:spPr>
              <a:xfrm>
                <a:off x="5921438" y="1923500"/>
                <a:ext cx="707500" cy="707475"/>
              </a:xfrm>
              <a:custGeom>
                <a:rect b="b" l="l" r="r" t="t"/>
                <a:pathLst>
                  <a:path extrusionOk="0" h="28299" w="2830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20951">
                  <a:schemeClr val="dk1">
                    <a:alpha val="18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64"/>
              <p:cNvSpPr/>
              <p:nvPr/>
            </p:nvSpPr>
            <p:spPr>
              <a:xfrm>
                <a:off x="6070750" y="2199097"/>
                <a:ext cx="404418" cy="244866"/>
              </a:xfrm>
              <a:custGeom>
                <a:rect b="b" l="l" r="r" t="t"/>
                <a:pathLst>
                  <a:path extrusionOk="0" h="11429" w="18876">
                    <a:moveTo>
                      <a:pt x="11976" y="0"/>
                    </a:moveTo>
                    <a:lnTo>
                      <a:pt x="8085" y="6262"/>
                    </a:lnTo>
                    <a:lnTo>
                      <a:pt x="5654" y="2249"/>
                    </a:lnTo>
                    <a:lnTo>
                      <a:pt x="0" y="11429"/>
                    </a:lnTo>
                    <a:lnTo>
                      <a:pt x="18876" y="11429"/>
                    </a:lnTo>
                    <a:lnTo>
                      <a:pt x="1197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41902" rotWithShape="0" algn="bl" dir="5460000" dist="13967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28" name="Google Shape;1228;p64"/>
            <p:cNvSpPr/>
            <p:nvPr/>
          </p:nvSpPr>
          <p:spPr>
            <a:xfrm>
              <a:off x="7230732" y="2571057"/>
              <a:ext cx="21" cy="21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E5D7FF"/>
            </a:solidFill>
            <a:ln>
              <a:noFill/>
            </a:ln>
            <a:effectLst>
              <a:outerShdw blurRad="41902" rotWithShape="0" algn="bl" dir="5460000" dist="13967">
                <a:schemeClr val="dk1">
                  <a:alpha val="15000"/>
                </a:schemeClr>
              </a:outerShdw>
              <a:reflection blurRad="0" dir="5400000" dist="55870" endA="0" endPos="24000" fadeDir="5400012" kx="0" rotWithShape="0" algn="bl" stA="10000" stPos="0" sy="-100000" ky="0"/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29" name="Google Shape;1229;p64"/>
            <p:cNvGrpSpPr/>
            <p:nvPr/>
          </p:nvGrpSpPr>
          <p:grpSpPr>
            <a:xfrm>
              <a:off x="6917447" y="2127681"/>
              <a:ext cx="560809" cy="513696"/>
              <a:chOff x="2820743" y="2218101"/>
              <a:chExt cx="814064" cy="745676"/>
            </a:xfrm>
          </p:grpSpPr>
          <p:sp>
            <p:nvSpPr>
              <p:cNvPr id="1230" name="Google Shape;1230;p64"/>
              <p:cNvSpPr/>
              <p:nvPr/>
            </p:nvSpPr>
            <p:spPr>
              <a:xfrm>
                <a:off x="3133976" y="2218101"/>
                <a:ext cx="500831" cy="707903"/>
              </a:xfrm>
              <a:custGeom>
                <a:rect b="b" l="l" r="r" t="t"/>
                <a:pathLst>
                  <a:path extrusionOk="0" h="33041" w="23376">
                    <a:moveTo>
                      <a:pt x="16263" y="0"/>
                    </a:moveTo>
                    <a:lnTo>
                      <a:pt x="1" y="16475"/>
                    </a:lnTo>
                    <a:lnTo>
                      <a:pt x="16779" y="33040"/>
                    </a:lnTo>
                    <a:cubicBezTo>
                      <a:pt x="20852" y="28815"/>
                      <a:pt x="23375" y="23101"/>
                      <a:pt x="23375" y="16779"/>
                    </a:cubicBezTo>
                    <a:cubicBezTo>
                      <a:pt x="23375" y="10213"/>
                      <a:pt x="20640" y="4256"/>
                      <a:pt x="162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41902" rotWithShape="0" algn="bl" dir="5460000" dist="13967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64"/>
              <p:cNvSpPr/>
              <p:nvPr/>
            </p:nvSpPr>
            <p:spPr>
              <a:xfrm>
                <a:off x="3133976" y="2263030"/>
                <a:ext cx="217528" cy="308049"/>
              </a:xfrm>
              <a:custGeom>
                <a:rect b="b" l="l" r="r" t="t"/>
                <a:pathLst>
                  <a:path extrusionOk="0" h="14378" w="10153">
                    <a:moveTo>
                      <a:pt x="1" y="1"/>
                    </a:moveTo>
                    <a:lnTo>
                      <a:pt x="1" y="14378"/>
                    </a:lnTo>
                    <a:lnTo>
                      <a:pt x="10153" y="4134"/>
                    </a:lnTo>
                    <a:cubicBezTo>
                      <a:pt x="7539" y="1551"/>
                      <a:pt x="3952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1902" rotWithShape="0" algn="bl" dir="5460000" dist="13967">
                  <a:schemeClr val="dk1">
                    <a:alpha val="15000"/>
                  </a:schemeClr>
                </a:outerShdw>
                <a:reflection blurRad="0" dir="5400000" dist="55870" endA="0" endPos="24000" fadeDir="5400012" kx="0" rotWithShape="0" algn="bl" stA="10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64"/>
              <p:cNvSpPr/>
              <p:nvPr/>
            </p:nvSpPr>
            <p:spPr>
              <a:xfrm>
                <a:off x="3133976" y="2571057"/>
                <a:ext cx="278761" cy="392720"/>
              </a:xfrm>
              <a:custGeom>
                <a:rect b="b" l="l" r="r" t="t"/>
                <a:pathLst>
                  <a:path extrusionOk="0" h="18330" w="13011">
                    <a:moveTo>
                      <a:pt x="1" y="1"/>
                    </a:moveTo>
                    <a:lnTo>
                      <a:pt x="1" y="18329"/>
                    </a:lnTo>
                    <a:cubicBezTo>
                      <a:pt x="5107" y="18329"/>
                      <a:pt x="9697" y="16232"/>
                      <a:pt x="13010" y="1282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41902" rotWithShape="0" algn="bl" dir="5460000" dist="13967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64"/>
              <p:cNvSpPr/>
              <p:nvPr/>
            </p:nvSpPr>
            <p:spPr>
              <a:xfrm>
                <a:off x="2820743" y="2351601"/>
                <a:ext cx="311969" cy="440905"/>
              </a:xfrm>
              <a:custGeom>
                <a:rect b="b" l="l" r="r" t="t"/>
                <a:pathLst>
                  <a:path extrusionOk="0" h="20579" w="14561">
                    <a:moveTo>
                      <a:pt x="4438" y="0"/>
                    </a:moveTo>
                    <a:cubicBezTo>
                      <a:pt x="1703" y="2645"/>
                      <a:pt x="1" y="6353"/>
                      <a:pt x="1" y="10456"/>
                    </a:cubicBezTo>
                    <a:cubicBezTo>
                      <a:pt x="1" y="14408"/>
                      <a:pt x="1551" y="17964"/>
                      <a:pt x="4104" y="20578"/>
                    </a:cubicBezTo>
                    <a:lnTo>
                      <a:pt x="14560" y="10244"/>
                    </a:lnTo>
                    <a:lnTo>
                      <a:pt x="4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41902" rotWithShape="0" algn="bl" dir="5460000" dist="13967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64"/>
              <p:cNvSpPr/>
              <p:nvPr/>
            </p:nvSpPr>
            <p:spPr>
              <a:xfrm>
                <a:off x="2917134" y="2263030"/>
                <a:ext cx="216864" cy="308049"/>
              </a:xfrm>
              <a:custGeom>
                <a:rect b="b" l="l" r="r" t="t"/>
                <a:pathLst>
                  <a:path extrusionOk="0" h="14378" w="10122">
                    <a:moveTo>
                      <a:pt x="10122" y="1"/>
                    </a:moveTo>
                    <a:cubicBezTo>
                      <a:pt x="6170" y="1"/>
                      <a:pt x="2614" y="1551"/>
                      <a:pt x="0" y="4104"/>
                    </a:cubicBezTo>
                    <a:lnTo>
                      <a:pt x="10122" y="14378"/>
                    </a:lnTo>
                    <a:lnTo>
                      <a:pt x="101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41902" rotWithShape="0" algn="bl" dir="5460000" dist="13967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64"/>
              <p:cNvSpPr/>
              <p:nvPr/>
            </p:nvSpPr>
            <p:spPr>
              <a:xfrm>
                <a:off x="2910621" y="2571057"/>
                <a:ext cx="223377" cy="317176"/>
              </a:xfrm>
              <a:custGeom>
                <a:rect b="b" l="l" r="r" t="t"/>
                <a:pathLst>
                  <a:path extrusionOk="0" h="14804" w="10426">
                    <a:moveTo>
                      <a:pt x="10426" y="1"/>
                    </a:moveTo>
                    <a:lnTo>
                      <a:pt x="0" y="10335"/>
                    </a:lnTo>
                    <a:cubicBezTo>
                      <a:pt x="2645" y="13071"/>
                      <a:pt x="6322" y="14803"/>
                      <a:pt x="10426" y="14803"/>
                    </a:cubicBezTo>
                    <a:lnTo>
                      <a:pt x="10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1902" rotWithShape="0" algn="bl" dir="5460000" dist="13967">
                  <a:schemeClr val="dk1">
                    <a:alpha val="15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6" name="Google Shape;1236;p64"/>
            <p:cNvGrpSpPr/>
            <p:nvPr/>
          </p:nvGrpSpPr>
          <p:grpSpPr>
            <a:xfrm>
              <a:off x="6693855" y="1446700"/>
              <a:ext cx="1718949" cy="389816"/>
              <a:chOff x="6153850" y="1669725"/>
              <a:chExt cx="1718949" cy="389816"/>
            </a:xfrm>
          </p:grpSpPr>
          <p:sp>
            <p:nvSpPr>
              <p:cNvPr id="1237" name="Google Shape;1237;p64"/>
              <p:cNvSpPr/>
              <p:nvPr/>
            </p:nvSpPr>
            <p:spPr>
              <a:xfrm>
                <a:off x="6156586" y="1672448"/>
                <a:ext cx="1714402" cy="373134"/>
              </a:xfrm>
              <a:custGeom>
                <a:rect b="b" l="l" r="r" t="t"/>
                <a:pathLst>
                  <a:path extrusionOk="0" h="30698" w="141045">
                    <a:moveTo>
                      <a:pt x="2924" y="0"/>
                    </a:moveTo>
                    <a:cubicBezTo>
                      <a:pt x="1386" y="0"/>
                      <a:pt x="0" y="1386"/>
                      <a:pt x="0" y="3093"/>
                    </a:cubicBezTo>
                    <a:lnTo>
                      <a:pt x="0" y="27603"/>
                    </a:lnTo>
                    <a:cubicBezTo>
                      <a:pt x="0" y="29311"/>
                      <a:pt x="1386" y="30697"/>
                      <a:pt x="3093" y="30697"/>
                    </a:cubicBezTo>
                    <a:lnTo>
                      <a:pt x="137951" y="30697"/>
                    </a:lnTo>
                    <a:cubicBezTo>
                      <a:pt x="139659" y="30697"/>
                      <a:pt x="141045" y="29311"/>
                      <a:pt x="141045" y="27603"/>
                    </a:cubicBezTo>
                    <a:lnTo>
                      <a:pt x="141045" y="3093"/>
                    </a:lnTo>
                    <a:cubicBezTo>
                      <a:pt x="141045" y="1386"/>
                      <a:pt x="139659" y="0"/>
                      <a:pt x="137782" y="0"/>
                    </a:cubicBezTo>
                    <a:close/>
                  </a:path>
                </a:pathLst>
              </a:custGeom>
              <a:solidFill>
                <a:srgbClr val="A97FFF"/>
              </a:solidFill>
              <a:ln>
                <a:noFill/>
              </a:ln>
              <a:effectLst>
                <a:outerShdw blurRad="20951" rotWithShape="0" algn="bl" dir="5280000" dist="13967">
                  <a:schemeClr val="dk1">
                    <a:alpha val="17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64"/>
              <p:cNvSpPr/>
              <p:nvPr/>
            </p:nvSpPr>
            <p:spPr>
              <a:xfrm>
                <a:off x="6153850" y="1669725"/>
                <a:ext cx="1718949" cy="389816"/>
              </a:xfrm>
              <a:custGeom>
                <a:rect b="b" l="l" r="r" t="t"/>
                <a:pathLst>
                  <a:path extrusionOk="0" h="30090" w="140437">
                    <a:moveTo>
                      <a:pt x="2789" y="0"/>
                    </a:moveTo>
                    <a:cubicBezTo>
                      <a:pt x="1251" y="0"/>
                      <a:pt x="1" y="1251"/>
                      <a:pt x="1" y="2789"/>
                    </a:cubicBezTo>
                    <a:lnTo>
                      <a:pt x="1" y="27299"/>
                    </a:lnTo>
                    <a:cubicBezTo>
                      <a:pt x="1" y="28838"/>
                      <a:pt x="1251" y="30089"/>
                      <a:pt x="2789" y="30089"/>
                    </a:cubicBezTo>
                    <a:lnTo>
                      <a:pt x="137647" y="30089"/>
                    </a:lnTo>
                    <a:cubicBezTo>
                      <a:pt x="139186" y="30089"/>
                      <a:pt x="140437" y="28838"/>
                      <a:pt x="140437" y="27299"/>
                    </a:cubicBezTo>
                    <a:lnTo>
                      <a:pt x="140437" y="2789"/>
                    </a:lnTo>
                    <a:cubicBezTo>
                      <a:pt x="140437" y="1251"/>
                      <a:pt x="139186" y="0"/>
                      <a:pt x="1376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  <a:effectLst>
                <a:outerShdw blurRad="31427" rotWithShape="0" algn="bl" dir="5280000" dist="34918">
                  <a:schemeClr val="dk1">
                    <a:alpha val="19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64"/>
              <p:cNvSpPr/>
              <p:nvPr/>
            </p:nvSpPr>
            <p:spPr>
              <a:xfrm>
                <a:off x="6246166" y="1742495"/>
                <a:ext cx="233011" cy="233011"/>
              </a:xfrm>
              <a:custGeom>
                <a:rect b="b" l="l" r="r" t="t"/>
                <a:pathLst>
                  <a:path extrusionOk="0" h="19170" w="19170">
                    <a:moveTo>
                      <a:pt x="9584" y="1"/>
                    </a:moveTo>
                    <a:cubicBezTo>
                      <a:pt x="4294" y="1"/>
                      <a:pt x="0" y="4294"/>
                      <a:pt x="0" y="9586"/>
                    </a:cubicBezTo>
                    <a:cubicBezTo>
                      <a:pt x="0" y="14876"/>
                      <a:pt x="4294" y="19170"/>
                      <a:pt x="9584" y="19170"/>
                    </a:cubicBezTo>
                    <a:cubicBezTo>
                      <a:pt x="14876" y="19170"/>
                      <a:pt x="19169" y="14876"/>
                      <a:pt x="19169" y="9586"/>
                    </a:cubicBezTo>
                    <a:cubicBezTo>
                      <a:pt x="19169" y="4294"/>
                      <a:pt x="14876" y="1"/>
                      <a:pt x="9584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BBF6F4"/>
                  </a:gs>
                  <a:gs pos="100000">
                    <a:srgbClr val="4EE0DB"/>
                  </a:gs>
                </a:gsLst>
                <a:lin ang="5400012" scaled="0"/>
              </a:gradFill>
              <a:ln>
                <a:noFill/>
              </a:ln>
              <a:effectLst>
                <a:outerShdw blurRad="20951" rotWithShape="0" algn="bl" dir="5280000" dist="13967">
                  <a:schemeClr val="dk1">
                    <a:alpha val="17000"/>
                  </a:schemeClr>
                </a:outerShdw>
                <a:reflection blurRad="0" dir="5400000" dist="55870" endA="0" endPos="25000" fadeDir="5400012" kx="0" rotWithShape="0" algn="bl" stA="6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64"/>
              <p:cNvSpPr/>
              <p:nvPr/>
            </p:nvSpPr>
            <p:spPr>
              <a:xfrm>
                <a:off x="6579205" y="1795915"/>
                <a:ext cx="674967" cy="37620"/>
              </a:xfrm>
              <a:custGeom>
                <a:rect b="b" l="l" r="r" t="t"/>
                <a:pathLst>
                  <a:path extrusionOk="0" h="3095" w="55530">
                    <a:moveTo>
                      <a:pt x="1556" y="1"/>
                    </a:moveTo>
                    <a:cubicBezTo>
                      <a:pt x="694" y="1"/>
                      <a:pt x="1" y="694"/>
                      <a:pt x="1" y="1540"/>
                    </a:cubicBezTo>
                    <a:cubicBezTo>
                      <a:pt x="1" y="2401"/>
                      <a:pt x="694" y="3095"/>
                      <a:pt x="1556" y="3095"/>
                    </a:cubicBezTo>
                    <a:lnTo>
                      <a:pt x="53975" y="3095"/>
                    </a:lnTo>
                    <a:cubicBezTo>
                      <a:pt x="54836" y="3095"/>
                      <a:pt x="55530" y="2401"/>
                      <a:pt x="55530" y="1540"/>
                    </a:cubicBezTo>
                    <a:cubicBezTo>
                      <a:pt x="55530" y="694"/>
                      <a:pt x="54836" y="1"/>
                      <a:pt x="53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0951" rotWithShape="0" algn="bl" dir="5280000" dist="13967">
                  <a:schemeClr val="dk1">
                    <a:alpha val="17000"/>
                  </a:schemeClr>
                </a:outerShdw>
                <a:reflection blurRad="0" dir="5400000" dist="55870" endA="0" endPos="25000" fadeDir="5400012" kx="0" rotWithShape="0" algn="bl" stA="6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64"/>
              <p:cNvSpPr/>
              <p:nvPr/>
            </p:nvSpPr>
            <p:spPr>
              <a:xfrm>
                <a:off x="7302010" y="1795915"/>
                <a:ext cx="477315" cy="37620"/>
              </a:xfrm>
              <a:custGeom>
                <a:rect b="b" l="l" r="r" t="t"/>
                <a:pathLst>
                  <a:path extrusionOk="0" h="3095" w="39269">
                    <a:moveTo>
                      <a:pt x="1540" y="1"/>
                    </a:moveTo>
                    <a:cubicBezTo>
                      <a:pt x="695" y="1"/>
                      <a:pt x="1" y="694"/>
                      <a:pt x="1" y="1540"/>
                    </a:cubicBezTo>
                    <a:cubicBezTo>
                      <a:pt x="1" y="2401"/>
                      <a:pt x="695" y="3095"/>
                      <a:pt x="1540" y="3095"/>
                    </a:cubicBezTo>
                    <a:lnTo>
                      <a:pt x="37714" y="3095"/>
                    </a:lnTo>
                    <a:cubicBezTo>
                      <a:pt x="38575" y="3095"/>
                      <a:pt x="39269" y="2401"/>
                      <a:pt x="39269" y="1540"/>
                    </a:cubicBezTo>
                    <a:cubicBezTo>
                      <a:pt x="39269" y="694"/>
                      <a:pt x="38575" y="1"/>
                      <a:pt x="377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0951" rotWithShape="0" algn="bl" dir="5280000" dist="13967">
                  <a:schemeClr val="dk1">
                    <a:alpha val="17000"/>
                  </a:schemeClr>
                </a:outerShdw>
                <a:reflection blurRad="0" dir="5400000" dist="55870" endA="0" endPos="25000" fadeDir="5400012" kx="0" rotWithShape="0" algn="bl" stA="6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64"/>
              <p:cNvSpPr/>
              <p:nvPr/>
            </p:nvSpPr>
            <p:spPr>
              <a:xfrm>
                <a:off x="6579205" y="1890844"/>
                <a:ext cx="265064" cy="37620"/>
              </a:xfrm>
              <a:custGeom>
                <a:rect b="b" l="l" r="r" t="t"/>
                <a:pathLst>
                  <a:path extrusionOk="0" h="3095" w="21807">
                    <a:moveTo>
                      <a:pt x="1556" y="0"/>
                    </a:moveTo>
                    <a:cubicBezTo>
                      <a:pt x="694" y="0"/>
                      <a:pt x="1" y="694"/>
                      <a:pt x="1" y="1539"/>
                    </a:cubicBezTo>
                    <a:cubicBezTo>
                      <a:pt x="1" y="2401"/>
                      <a:pt x="694" y="3094"/>
                      <a:pt x="1556" y="3094"/>
                    </a:cubicBezTo>
                    <a:lnTo>
                      <a:pt x="20269" y="3094"/>
                    </a:lnTo>
                    <a:cubicBezTo>
                      <a:pt x="21114" y="3094"/>
                      <a:pt x="21806" y="2401"/>
                      <a:pt x="21806" y="1539"/>
                    </a:cubicBezTo>
                    <a:cubicBezTo>
                      <a:pt x="21806" y="694"/>
                      <a:pt x="21114" y="0"/>
                      <a:pt x="202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0951" rotWithShape="0" algn="bl" dir="5280000" dist="13967">
                  <a:schemeClr val="dk1">
                    <a:alpha val="17000"/>
                  </a:schemeClr>
                </a:outerShdw>
                <a:reflection blurRad="0" dir="5400000" dist="55870" endA="0" endPos="25000" fadeDir="5400012" kx="0" rotWithShape="0" algn="bl" stA="6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3" name="Google Shape;1243;p64"/>
            <p:cNvSpPr/>
            <p:nvPr/>
          </p:nvSpPr>
          <p:spPr>
            <a:xfrm>
              <a:off x="5293648" y="1384678"/>
              <a:ext cx="459836" cy="389787"/>
            </a:xfrm>
            <a:custGeom>
              <a:rect b="b" l="l" r="r" t="t"/>
              <a:pathLst>
                <a:path extrusionOk="0" h="32068" w="37831">
                  <a:moveTo>
                    <a:pt x="4445" y="0"/>
                  </a:moveTo>
                  <a:cubicBezTo>
                    <a:pt x="1995" y="0"/>
                    <a:pt x="0" y="1995"/>
                    <a:pt x="0" y="4446"/>
                  </a:cubicBezTo>
                  <a:lnTo>
                    <a:pt x="0" y="23868"/>
                  </a:lnTo>
                  <a:cubicBezTo>
                    <a:pt x="0" y="26320"/>
                    <a:pt x="1995" y="28314"/>
                    <a:pt x="4445" y="28314"/>
                  </a:cubicBezTo>
                  <a:lnTo>
                    <a:pt x="15162" y="28314"/>
                  </a:lnTo>
                  <a:lnTo>
                    <a:pt x="18915" y="32067"/>
                  </a:lnTo>
                  <a:lnTo>
                    <a:pt x="22667" y="28314"/>
                  </a:lnTo>
                  <a:lnTo>
                    <a:pt x="33384" y="28314"/>
                  </a:lnTo>
                  <a:cubicBezTo>
                    <a:pt x="35836" y="28314"/>
                    <a:pt x="37831" y="26320"/>
                    <a:pt x="37831" y="23868"/>
                  </a:cubicBezTo>
                  <a:lnTo>
                    <a:pt x="37831" y="4446"/>
                  </a:lnTo>
                  <a:cubicBezTo>
                    <a:pt x="37831" y="1995"/>
                    <a:pt x="35836" y="0"/>
                    <a:pt x="33384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C809B"/>
                </a:gs>
              </a:gsLst>
              <a:lin ang="5400012" scaled="0"/>
            </a:gradFill>
            <a:ln>
              <a:noFill/>
            </a:ln>
            <a:effectLst>
              <a:outerShdw blurRad="41902" rotWithShape="0" algn="bl" dir="5400000" dist="13967">
                <a:srgbClr val="5352EE">
                  <a:alpha val="18000"/>
                </a:srgbClr>
              </a:outerShdw>
              <a:reflection blurRad="0" dir="5400000" dist="55870" endA="0" endPos="26000" fadeDir="5400012" kx="0" rotWithShape="0" algn="bl" stA="6000" stPos="0" sy="-100000" ky="0"/>
            </a:effectLst>
          </p:spPr>
          <p:txBody>
            <a:bodyPr anchorCtr="0" anchor="ctr" bIns="67025" lIns="67025" spcFirstLastPara="1" rIns="67025" wrap="square" tIns="67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4" name="Google Shape;1244;p64"/>
            <p:cNvGrpSpPr/>
            <p:nvPr/>
          </p:nvGrpSpPr>
          <p:grpSpPr>
            <a:xfrm>
              <a:off x="6134530" y="1282487"/>
              <a:ext cx="436632" cy="284986"/>
              <a:chOff x="4842900" y="2922987"/>
              <a:chExt cx="436632" cy="284986"/>
            </a:xfrm>
          </p:grpSpPr>
          <p:sp>
            <p:nvSpPr>
              <p:cNvPr id="1245" name="Google Shape;1245;p64"/>
              <p:cNvSpPr/>
              <p:nvPr/>
            </p:nvSpPr>
            <p:spPr>
              <a:xfrm>
                <a:off x="4842900" y="2922987"/>
                <a:ext cx="436632" cy="284986"/>
              </a:xfrm>
              <a:custGeom>
                <a:rect b="b" l="l" r="r" t="t"/>
                <a:pathLst>
                  <a:path extrusionOk="0" h="23446" w="35922">
                    <a:moveTo>
                      <a:pt x="3448" y="1"/>
                    </a:moveTo>
                    <a:cubicBezTo>
                      <a:pt x="1555" y="1"/>
                      <a:pt x="0" y="1538"/>
                      <a:pt x="0" y="3432"/>
                    </a:cubicBezTo>
                    <a:lnTo>
                      <a:pt x="0" y="15552"/>
                    </a:lnTo>
                    <a:cubicBezTo>
                      <a:pt x="0" y="17446"/>
                      <a:pt x="1555" y="18983"/>
                      <a:pt x="3448" y="18983"/>
                    </a:cubicBezTo>
                    <a:lnTo>
                      <a:pt x="24950" y="18983"/>
                    </a:lnTo>
                    <a:lnTo>
                      <a:pt x="29074" y="23446"/>
                    </a:lnTo>
                    <a:lnTo>
                      <a:pt x="29074" y="18983"/>
                    </a:lnTo>
                    <a:lnTo>
                      <a:pt x="32473" y="18983"/>
                    </a:lnTo>
                    <a:cubicBezTo>
                      <a:pt x="34382" y="18983"/>
                      <a:pt x="35921" y="17446"/>
                      <a:pt x="35921" y="15552"/>
                    </a:cubicBezTo>
                    <a:lnTo>
                      <a:pt x="35921" y="3432"/>
                    </a:lnTo>
                    <a:cubicBezTo>
                      <a:pt x="35921" y="1538"/>
                      <a:pt x="34382" y="1"/>
                      <a:pt x="32473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41902" rotWithShape="0" algn="bl" dir="5400000" dist="13967">
                  <a:srgbClr val="5352EE">
                    <a:alpha val="18000"/>
                  </a:srgbClr>
                </a:outerShdw>
                <a:reflection blurRad="0" dir="5400000" dist="55870" endA="0" endPos="26000" fadeDir="5400012" kx="0" rotWithShape="0" algn="bl" stA="6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64"/>
              <p:cNvSpPr/>
              <p:nvPr/>
            </p:nvSpPr>
            <p:spPr>
              <a:xfrm>
                <a:off x="4917676" y="3006198"/>
                <a:ext cx="287065" cy="60824"/>
              </a:xfrm>
              <a:custGeom>
                <a:rect b="b" l="l" r="r" t="t"/>
                <a:pathLst>
                  <a:path extrusionOk="0" h="5004" w="23617">
                    <a:moveTo>
                      <a:pt x="2503" y="0"/>
                    </a:moveTo>
                    <a:cubicBezTo>
                      <a:pt x="1117" y="0"/>
                      <a:pt x="1" y="1116"/>
                      <a:pt x="1" y="2502"/>
                    </a:cubicBezTo>
                    <a:cubicBezTo>
                      <a:pt x="1" y="3888"/>
                      <a:pt x="1117" y="5004"/>
                      <a:pt x="2503" y="5004"/>
                    </a:cubicBezTo>
                    <a:cubicBezTo>
                      <a:pt x="3873" y="5004"/>
                      <a:pt x="4988" y="3888"/>
                      <a:pt x="4988" y="2502"/>
                    </a:cubicBezTo>
                    <a:cubicBezTo>
                      <a:pt x="4988" y="1116"/>
                      <a:pt x="3873" y="0"/>
                      <a:pt x="2503" y="0"/>
                    </a:cubicBezTo>
                    <a:close/>
                    <a:moveTo>
                      <a:pt x="11817" y="0"/>
                    </a:moveTo>
                    <a:cubicBezTo>
                      <a:pt x="10431" y="0"/>
                      <a:pt x="9316" y="1116"/>
                      <a:pt x="9316" y="2502"/>
                    </a:cubicBezTo>
                    <a:cubicBezTo>
                      <a:pt x="9316" y="3888"/>
                      <a:pt x="10431" y="5004"/>
                      <a:pt x="11817" y="5004"/>
                    </a:cubicBezTo>
                    <a:cubicBezTo>
                      <a:pt x="13186" y="5004"/>
                      <a:pt x="14301" y="3888"/>
                      <a:pt x="14301" y="2502"/>
                    </a:cubicBezTo>
                    <a:cubicBezTo>
                      <a:pt x="14301" y="1116"/>
                      <a:pt x="13186" y="0"/>
                      <a:pt x="11817" y="0"/>
                    </a:cubicBezTo>
                    <a:close/>
                    <a:moveTo>
                      <a:pt x="21131" y="0"/>
                    </a:moveTo>
                    <a:cubicBezTo>
                      <a:pt x="19744" y="0"/>
                      <a:pt x="18629" y="1116"/>
                      <a:pt x="18629" y="2502"/>
                    </a:cubicBezTo>
                    <a:cubicBezTo>
                      <a:pt x="18629" y="3888"/>
                      <a:pt x="19744" y="5004"/>
                      <a:pt x="21131" y="5004"/>
                    </a:cubicBezTo>
                    <a:cubicBezTo>
                      <a:pt x="22500" y="5004"/>
                      <a:pt x="23616" y="3888"/>
                      <a:pt x="23616" y="2502"/>
                    </a:cubicBezTo>
                    <a:cubicBezTo>
                      <a:pt x="23616" y="1116"/>
                      <a:pt x="22500" y="0"/>
                      <a:pt x="211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41902" rotWithShape="0" algn="bl" dir="5400000" dist="13967">
                  <a:srgbClr val="5352EE">
                    <a:alpha val="18000"/>
                  </a:srgbClr>
                </a:outerShdw>
                <a:reflection blurRad="0" dir="5400000" dist="55870" endA="0" endPos="26000" fadeDir="5400012" kx="0" rotWithShape="0" algn="bl" stA="6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7" name="Google Shape;1247;p64"/>
            <p:cNvGrpSpPr/>
            <p:nvPr/>
          </p:nvGrpSpPr>
          <p:grpSpPr>
            <a:xfrm>
              <a:off x="6571165" y="3364761"/>
              <a:ext cx="767400" cy="767700"/>
              <a:chOff x="3375684" y="2512136"/>
              <a:chExt cx="767400" cy="767700"/>
            </a:xfrm>
          </p:grpSpPr>
          <p:sp>
            <p:nvSpPr>
              <p:cNvPr id="1248" name="Google Shape;1248;p64"/>
              <p:cNvSpPr/>
              <p:nvPr/>
            </p:nvSpPr>
            <p:spPr>
              <a:xfrm>
                <a:off x="3375684" y="2512136"/>
                <a:ext cx="767400" cy="767700"/>
              </a:xfrm>
              <a:prstGeom prst="ellipse">
                <a:avLst/>
              </a:pr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115231" rotWithShape="0" algn="bl" dir="5400000" dist="62853">
                  <a:schemeClr val="dk1">
                    <a:alpha val="38000"/>
                  </a:schemeClr>
                </a:outerShdw>
                <a:reflection blurRad="0" dir="5400000" dist="55870" endA="0" endPos="26000" fadeDir="5400012" kx="0" rotWithShape="0" algn="bl" stA="6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49" name="Google Shape;1249;p64"/>
              <p:cNvGrpSpPr/>
              <p:nvPr/>
            </p:nvGrpSpPr>
            <p:grpSpPr>
              <a:xfrm>
                <a:off x="3531930" y="2668504"/>
                <a:ext cx="454894" cy="454955"/>
                <a:chOff x="7325238" y="1448084"/>
                <a:chExt cx="269999" cy="269987"/>
              </a:xfrm>
            </p:grpSpPr>
            <p:sp>
              <p:nvSpPr>
                <p:cNvPr id="1250" name="Google Shape;1250;p64"/>
                <p:cNvSpPr/>
                <p:nvPr/>
              </p:nvSpPr>
              <p:spPr>
                <a:xfrm>
                  <a:off x="7325238" y="1448084"/>
                  <a:ext cx="269999" cy="269987"/>
                </a:xfrm>
                <a:custGeom>
                  <a:rect b="b" l="l" r="r" t="t"/>
                  <a:pathLst>
                    <a:path extrusionOk="0" h="22212" w="22213">
                      <a:moveTo>
                        <a:pt x="11106" y="0"/>
                      </a:moveTo>
                      <a:cubicBezTo>
                        <a:pt x="4987" y="0"/>
                        <a:pt x="1" y="4986"/>
                        <a:pt x="1" y="11105"/>
                      </a:cubicBezTo>
                      <a:cubicBezTo>
                        <a:pt x="1" y="17242"/>
                        <a:pt x="4987" y="22212"/>
                        <a:pt x="11106" y="22212"/>
                      </a:cubicBezTo>
                      <a:cubicBezTo>
                        <a:pt x="17225" y="22212"/>
                        <a:pt x="22212" y="17242"/>
                        <a:pt x="22212" y="11105"/>
                      </a:cubicBezTo>
                      <a:cubicBezTo>
                        <a:pt x="22212" y="4986"/>
                        <a:pt x="17225" y="0"/>
                        <a:pt x="1110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41902" rotWithShape="0" algn="bl" dir="5400000" dist="13967">
                    <a:srgbClr val="5352EE">
                      <a:alpha val="18000"/>
                    </a:srgbClr>
                  </a:outerShdw>
                  <a:reflection blurRad="0" dir="5400000" dist="55870" endA="0" endPos="26000" fadeDir="5400012" kx="0" rotWithShape="0" algn="bl" stA="6000" stPos="0" sy="-100000" ky="0"/>
                </a:effectLst>
              </p:spPr>
              <p:txBody>
                <a:bodyPr anchorCtr="0" anchor="ctr" bIns="67025" lIns="67025" spcFirstLastPara="1" rIns="67025" wrap="square" tIns="670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64"/>
                <p:cNvSpPr/>
                <p:nvPr/>
              </p:nvSpPr>
              <p:spPr>
                <a:xfrm>
                  <a:off x="7412764" y="1486894"/>
                  <a:ext cx="97191" cy="96195"/>
                </a:xfrm>
                <a:custGeom>
                  <a:rect b="b" l="l" r="r" t="t"/>
                  <a:pathLst>
                    <a:path extrusionOk="0" h="7914" w="7996">
                      <a:moveTo>
                        <a:pt x="4011" y="1"/>
                      </a:moveTo>
                      <a:cubicBezTo>
                        <a:pt x="1859" y="1"/>
                        <a:pt x="84" y="1730"/>
                        <a:pt x="51" y="3889"/>
                      </a:cubicBezTo>
                      <a:cubicBezTo>
                        <a:pt x="1" y="6070"/>
                        <a:pt x="1741" y="7879"/>
                        <a:pt x="3922" y="7912"/>
                      </a:cubicBezTo>
                      <a:cubicBezTo>
                        <a:pt x="3954" y="7913"/>
                        <a:pt x="3986" y="7913"/>
                        <a:pt x="4017" y="7913"/>
                      </a:cubicBezTo>
                      <a:cubicBezTo>
                        <a:pt x="6171" y="7913"/>
                        <a:pt x="7912" y="6191"/>
                        <a:pt x="7962" y="4042"/>
                      </a:cubicBezTo>
                      <a:cubicBezTo>
                        <a:pt x="7995" y="1861"/>
                        <a:pt x="6255" y="53"/>
                        <a:pt x="4074" y="1"/>
                      </a:cubicBezTo>
                      <a:cubicBezTo>
                        <a:pt x="4053" y="1"/>
                        <a:pt x="4032" y="1"/>
                        <a:pt x="40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41902" rotWithShape="0" algn="bl" dir="5400000" dist="13967">
                    <a:srgbClr val="5352EE">
                      <a:alpha val="18000"/>
                    </a:srgbClr>
                  </a:outerShdw>
                  <a:reflection blurRad="0" dir="5400000" dist="55870" endA="0" endPos="26000" fadeDir="5400012" kx="0" rotWithShape="0" algn="bl" stA="6000" stPos="0" sy="-100000" ky="0"/>
                </a:effectLst>
              </p:spPr>
              <p:txBody>
                <a:bodyPr anchorCtr="0" anchor="ctr" bIns="67025" lIns="67025" spcFirstLastPara="1" rIns="67025" wrap="square" tIns="670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64"/>
                <p:cNvSpPr/>
                <p:nvPr/>
              </p:nvSpPr>
              <p:spPr>
                <a:xfrm>
                  <a:off x="7366528" y="1603992"/>
                  <a:ext cx="184732" cy="105676"/>
                </a:xfrm>
                <a:custGeom>
                  <a:rect b="b" l="l" r="r" t="t"/>
                  <a:pathLst>
                    <a:path extrusionOk="0" h="8694" w="15198">
                      <a:moveTo>
                        <a:pt x="7551" y="1"/>
                      </a:moveTo>
                      <a:cubicBezTo>
                        <a:pt x="4102" y="1"/>
                        <a:pt x="1150" y="2179"/>
                        <a:pt x="1" y="5243"/>
                      </a:cubicBezTo>
                      <a:cubicBezTo>
                        <a:pt x="1860" y="7305"/>
                        <a:pt x="4531" y="8641"/>
                        <a:pt x="7540" y="8691"/>
                      </a:cubicBezTo>
                      <a:cubicBezTo>
                        <a:pt x="7618" y="8693"/>
                        <a:pt x="7697" y="8694"/>
                        <a:pt x="7775" y="8694"/>
                      </a:cubicBezTo>
                      <a:cubicBezTo>
                        <a:pt x="10690" y="8694"/>
                        <a:pt x="13321" y="7473"/>
                        <a:pt x="15198" y="5531"/>
                      </a:cubicBezTo>
                      <a:cubicBezTo>
                        <a:pt x="14150" y="2369"/>
                        <a:pt x="11208" y="54"/>
                        <a:pt x="7709" y="3"/>
                      </a:cubicBezTo>
                      <a:cubicBezTo>
                        <a:pt x="7656" y="2"/>
                        <a:pt x="7603" y="1"/>
                        <a:pt x="755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41902" rotWithShape="0" algn="bl" dir="5400000" dist="13967">
                    <a:srgbClr val="5352EE">
                      <a:alpha val="18000"/>
                    </a:srgbClr>
                  </a:outerShdw>
                  <a:reflection blurRad="0" dir="5400000" dist="55870" endA="0" endPos="26000" fadeDir="5400012" kx="0" rotWithShape="0" algn="bl" stA="6000" stPos="0" sy="-100000" ky="0"/>
                </a:effectLst>
              </p:spPr>
              <p:txBody>
                <a:bodyPr anchorCtr="0" anchor="ctr" bIns="67025" lIns="67025" spcFirstLastPara="1" rIns="67025" wrap="square" tIns="670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53" name="Google Shape;1253;p64"/>
            <p:cNvGrpSpPr/>
            <p:nvPr/>
          </p:nvGrpSpPr>
          <p:grpSpPr>
            <a:xfrm>
              <a:off x="5236755" y="1884550"/>
              <a:ext cx="707500" cy="707475"/>
              <a:chOff x="5146250" y="3137125"/>
              <a:chExt cx="707500" cy="707475"/>
            </a:xfrm>
          </p:grpSpPr>
          <p:sp>
            <p:nvSpPr>
              <p:cNvPr id="1254" name="Google Shape;1254;p64"/>
              <p:cNvSpPr/>
              <p:nvPr/>
            </p:nvSpPr>
            <p:spPr>
              <a:xfrm>
                <a:off x="5146250" y="3137125"/>
                <a:ext cx="707500" cy="707475"/>
              </a:xfrm>
              <a:custGeom>
                <a:rect b="b" l="l" r="r" t="t"/>
                <a:pathLst>
                  <a:path extrusionOk="0" h="28299" w="2830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41902" rotWithShape="0" algn="bl" dir="5400000" dist="27935">
                  <a:schemeClr val="dk1">
                    <a:alpha val="21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64"/>
              <p:cNvSpPr/>
              <p:nvPr/>
            </p:nvSpPr>
            <p:spPr>
              <a:xfrm>
                <a:off x="5241250" y="3704000"/>
                <a:ext cx="297150" cy="47900"/>
              </a:xfrm>
              <a:custGeom>
                <a:rect b="b" l="l" r="r" t="t"/>
                <a:pathLst>
                  <a:path extrusionOk="0" h="1916" w="11886">
                    <a:moveTo>
                      <a:pt x="10943" y="1915"/>
                    </a:moveTo>
                    <a:lnTo>
                      <a:pt x="943" y="1915"/>
                    </a:lnTo>
                    <a:cubicBezTo>
                      <a:pt x="426" y="1915"/>
                      <a:pt x="0" y="1490"/>
                      <a:pt x="0" y="942"/>
                    </a:cubicBezTo>
                    <a:lnTo>
                      <a:pt x="0" y="942"/>
                    </a:lnTo>
                    <a:cubicBezTo>
                      <a:pt x="0" y="426"/>
                      <a:pt x="426" y="0"/>
                      <a:pt x="943" y="0"/>
                    </a:cubicBezTo>
                    <a:lnTo>
                      <a:pt x="10943" y="0"/>
                    </a:lnTo>
                    <a:cubicBezTo>
                      <a:pt x="11459" y="0"/>
                      <a:pt x="11885" y="426"/>
                      <a:pt x="11885" y="942"/>
                    </a:cubicBezTo>
                    <a:lnTo>
                      <a:pt x="11885" y="942"/>
                    </a:lnTo>
                    <a:cubicBezTo>
                      <a:pt x="11885" y="1490"/>
                      <a:pt x="11459" y="1915"/>
                      <a:pt x="10943" y="1915"/>
                    </a:cubicBezTo>
                    <a:close/>
                  </a:path>
                </a:pathLst>
              </a:custGeom>
              <a:solidFill>
                <a:srgbClr val="DEDBF9"/>
              </a:solidFill>
              <a:ln>
                <a:noFill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64"/>
              <p:cNvSpPr/>
              <p:nvPr/>
            </p:nvSpPr>
            <p:spPr>
              <a:xfrm>
                <a:off x="5241250" y="3704000"/>
                <a:ext cx="297150" cy="47900"/>
              </a:xfrm>
              <a:custGeom>
                <a:rect b="b" l="l" r="r" t="t"/>
                <a:pathLst>
                  <a:path extrusionOk="0" fill="none" h="1916" w="11886">
                    <a:moveTo>
                      <a:pt x="10943" y="1915"/>
                    </a:moveTo>
                    <a:lnTo>
                      <a:pt x="943" y="1915"/>
                    </a:lnTo>
                    <a:cubicBezTo>
                      <a:pt x="426" y="1915"/>
                      <a:pt x="0" y="1490"/>
                      <a:pt x="0" y="942"/>
                    </a:cubicBezTo>
                    <a:lnTo>
                      <a:pt x="0" y="942"/>
                    </a:lnTo>
                    <a:cubicBezTo>
                      <a:pt x="0" y="426"/>
                      <a:pt x="426" y="0"/>
                      <a:pt x="943" y="0"/>
                    </a:cubicBezTo>
                    <a:lnTo>
                      <a:pt x="10943" y="0"/>
                    </a:lnTo>
                    <a:cubicBezTo>
                      <a:pt x="11459" y="0"/>
                      <a:pt x="11885" y="426"/>
                      <a:pt x="11885" y="942"/>
                    </a:cubicBezTo>
                    <a:lnTo>
                      <a:pt x="11885" y="942"/>
                    </a:lnTo>
                    <a:cubicBezTo>
                      <a:pt x="11885" y="1490"/>
                      <a:pt x="11459" y="1915"/>
                      <a:pt x="10943" y="1915"/>
                    </a:cubicBezTo>
                    <a:close/>
                  </a:path>
                </a:pathLst>
              </a:custGeom>
              <a:noFill/>
              <a:ln cap="flat" cmpd="sng" w="7250">
                <a:solidFill>
                  <a:srgbClr val="E0DDFB"/>
                </a:solidFill>
                <a:prstDash val="solid"/>
                <a:miter lim="30395"/>
                <a:headEnd len="sm" w="sm" type="none"/>
                <a:tailEnd len="sm" w="sm" type="none"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64"/>
              <p:cNvSpPr/>
              <p:nvPr/>
            </p:nvSpPr>
            <p:spPr>
              <a:xfrm>
                <a:off x="5582425" y="3704000"/>
                <a:ext cx="176325" cy="47900"/>
              </a:xfrm>
              <a:custGeom>
                <a:rect b="b" l="l" r="r" t="t"/>
                <a:pathLst>
                  <a:path extrusionOk="0" h="1916" w="7053">
                    <a:moveTo>
                      <a:pt x="6111" y="1915"/>
                    </a:moveTo>
                    <a:lnTo>
                      <a:pt x="943" y="1915"/>
                    </a:lnTo>
                    <a:cubicBezTo>
                      <a:pt x="396" y="1915"/>
                      <a:pt x="1" y="1490"/>
                      <a:pt x="1" y="942"/>
                    </a:cubicBezTo>
                    <a:lnTo>
                      <a:pt x="1" y="942"/>
                    </a:lnTo>
                    <a:cubicBezTo>
                      <a:pt x="1" y="426"/>
                      <a:pt x="396" y="0"/>
                      <a:pt x="943" y="0"/>
                    </a:cubicBezTo>
                    <a:lnTo>
                      <a:pt x="6111" y="0"/>
                    </a:lnTo>
                    <a:cubicBezTo>
                      <a:pt x="6627" y="0"/>
                      <a:pt x="7053" y="426"/>
                      <a:pt x="7053" y="942"/>
                    </a:cubicBezTo>
                    <a:lnTo>
                      <a:pt x="7053" y="942"/>
                    </a:lnTo>
                    <a:cubicBezTo>
                      <a:pt x="7053" y="1490"/>
                      <a:pt x="6627" y="1915"/>
                      <a:pt x="6111" y="1915"/>
                    </a:cubicBezTo>
                    <a:close/>
                  </a:path>
                </a:pathLst>
              </a:custGeom>
              <a:solidFill>
                <a:srgbClr val="DEDBF9"/>
              </a:solidFill>
              <a:ln>
                <a:noFill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64"/>
              <p:cNvSpPr/>
              <p:nvPr/>
            </p:nvSpPr>
            <p:spPr>
              <a:xfrm>
                <a:off x="5582425" y="3704000"/>
                <a:ext cx="176325" cy="47900"/>
              </a:xfrm>
              <a:custGeom>
                <a:rect b="b" l="l" r="r" t="t"/>
                <a:pathLst>
                  <a:path extrusionOk="0" fill="none" h="1916" w="7053">
                    <a:moveTo>
                      <a:pt x="6111" y="1915"/>
                    </a:moveTo>
                    <a:lnTo>
                      <a:pt x="943" y="1915"/>
                    </a:lnTo>
                    <a:cubicBezTo>
                      <a:pt x="396" y="1915"/>
                      <a:pt x="1" y="1490"/>
                      <a:pt x="1" y="942"/>
                    </a:cubicBezTo>
                    <a:lnTo>
                      <a:pt x="1" y="942"/>
                    </a:lnTo>
                    <a:cubicBezTo>
                      <a:pt x="1" y="426"/>
                      <a:pt x="396" y="0"/>
                      <a:pt x="943" y="0"/>
                    </a:cubicBezTo>
                    <a:lnTo>
                      <a:pt x="6111" y="0"/>
                    </a:lnTo>
                    <a:cubicBezTo>
                      <a:pt x="6627" y="0"/>
                      <a:pt x="7053" y="426"/>
                      <a:pt x="7053" y="942"/>
                    </a:cubicBezTo>
                    <a:lnTo>
                      <a:pt x="7053" y="942"/>
                    </a:lnTo>
                    <a:cubicBezTo>
                      <a:pt x="7053" y="1490"/>
                      <a:pt x="6627" y="1915"/>
                      <a:pt x="6111" y="1915"/>
                    </a:cubicBezTo>
                    <a:close/>
                  </a:path>
                </a:pathLst>
              </a:custGeom>
              <a:noFill/>
              <a:ln cap="flat" cmpd="sng" w="7250">
                <a:solidFill>
                  <a:srgbClr val="E0DDFB"/>
                </a:solidFill>
                <a:prstDash val="solid"/>
                <a:miter lim="30395"/>
                <a:headEnd len="sm" w="sm" type="none"/>
                <a:tailEnd len="sm" w="sm" type="none"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64"/>
              <p:cNvSpPr/>
              <p:nvPr/>
            </p:nvSpPr>
            <p:spPr>
              <a:xfrm>
                <a:off x="5241250" y="3232850"/>
                <a:ext cx="517500" cy="285750"/>
              </a:xfrm>
              <a:custGeom>
                <a:rect b="b" l="l" r="r" t="t"/>
                <a:pathLst>
                  <a:path extrusionOk="0" h="11430" w="20700">
                    <a:moveTo>
                      <a:pt x="19180" y="11430"/>
                    </a:moveTo>
                    <a:lnTo>
                      <a:pt x="1520" y="11430"/>
                    </a:lnTo>
                    <a:cubicBezTo>
                      <a:pt x="669" y="11430"/>
                      <a:pt x="0" y="10761"/>
                      <a:pt x="0" y="9910"/>
                    </a:cubicBezTo>
                    <a:lnTo>
                      <a:pt x="0" y="1521"/>
                    </a:lnTo>
                    <a:cubicBezTo>
                      <a:pt x="0" y="670"/>
                      <a:pt x="669" y="1"/>
                      <a:pt x="1520" y="1"/>
                    </a:cubicBezTo>
                    <a:lnTo>
                      <a:pt x="19180" y="1"/>
                    </a:lnTo>
                    <a:cubicBezTo>
                      <a:pt x="20031" y="1"/>
                      <a:pt x="20700" y="670"/>
                      <a:pt x="20700" y="1521"/>
                    </a:cubicBezTo>
                    <a:lnTo>
                      <a:pt x="20700" y="9910"/>
                    </a:lnTo>
                    <a:cubicBezTo>
                      <a:pt x="20700" y="10761"/>
                      <a:pt x="20031" y="11430"/>
                      <a:pt x="19180" y="114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64"/>
              <p:cNvSpPr/>
              <p:nvPr/>
            </p:nvSpPr>
            <p:spPr>
              <a:xfrm>
                <a:off x="5241250" y="3232850"/>
                <a:ext cx="517500" cy="285750"/>
              </a:xfrm>
              <a:custGeom>
                <a:rect b="b" l="l" r="r" t="t"/>
                <a:pathLst>
                  <a:path extrusionOk="0" fill="none" h="11430" w="20700">
                    <a:moveTo>
                      <a:pt x="19180" y="11430"/>
                    </a:moveTo>
                    <a:lnTo>
                      <a:pt x="1520" y="11430"/>
                    </a:lnTo>
                    <a:cubicBezTo>
                      <a:pt x="669" y="11430"/>
                      <a:pt x="0" y="10761"/>
                      <a:pt x="0" y="9910"/>
                    </a:cubicBezTo>
                    <a:lnTo>
                      <a:pt x="0" y="1521"/>
                    </a:lnTo>
                    <a:cubicBezTo>
                      <a:pt x="0" y="670"/>
                      <a:pt x="669" y="1"/>
                      <a:pt x="1520" y="1"/>
                    </a:cubicBezTo>
                    <a:lnTo>
                      <a:pt x="19180" y="1"/>
                    </a:lnTo>
                    <a:cubicBezTo>
                      <a:pt x="20031" y="1"/>
                      <a:pt x="20700" y="670"/>
                      <a:pt x="20700" y="1521"/>
                    </a:cubicBezTo>
                    <a:lnTo>
                      <a:pt x="20700" y="9910"/>
                    </a:lnTo>
                    <a:cubicBezTo>
                      <a:pt x="20700" y="10761"/>
                      <a:pt x="20031" y="11430"/>
                      <a:pt x="19180" y="11430"/>
                    </a:cubicBezTo>
                    <a:close/>
                  </a:path>
                </a:pathLst>
              </a:custGeom>
              <a:noFill/>
              <a:ln cap="flat" cmpd="sng" w="7250">
                <a:solidFill>
                  <a:schemeClr val="lt1"/>
                </a:solidFill>
                <a:prstDash val="solid"/>
                <a:miter lim="30395"/>
                <a:headEnd len="sm" w="sm" type="none"/>
                <a:tailEnd len="sm" w="sm" type="none"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64"/>
              <p:cNvSpPr/>
              <p:nvPr/>
            </p:nvSpPr>
            <p:spPr>
              <a:xfrm>
                <a:off x="5257200" y="3608250"/>
                <a:ext cx="484850" cy="25"/>
              </a:xfrm>
              <a:custGeom>
                <a:rect b="b" l="l" r="r" t="t"/>
                <a:pathLst>
                  <a:path extrusionOk="0" fill="none" h="1" w="19394">
                    <a:moveTo>
                      <a:pt x="1" y="0"/>
                    </a:moveTo>
                    <a:lnTo>
                      <a:pt x="19393" y="0"/>
                    </a:lnTo>
                  </a:path>
                </a:pathLst>
              </a:custGeom>
              <a:noFill/>
              <a:ln cap="rnd" cmpd="sng" w="13925">
                <a:solidFill>
                  <a:srgbClr val="DEDBF9"/>
                </a:solidFill>
                <a:prstDash val="solid"/>
                <a:miter lim="30395"/>
                <a:headEnd len="sm" w="sm" type="none"/>
                <a:tailEnd len="sm" w="sm" type="none"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64"/>
              <p:cNvSpPr/>
              <p:nvPr/>
            </p:nvSpPr>
            <p:spPr>
              <a:xfrm>
                <a:off x="5257200" y="3608250"/>
                <a:ext cx="152775" cy="25"/>
              </a:xfrm>
              <a:custGeom>
                <a:rect b="b" l="l" r="r" t="t"/>
                <a:pathLst>
                  <a:path extrusionOk="0" fill="none" h="1" w="6111">
                    <a:moveTo>
                      <a:pt x="1" y="0"/>
                    </a:moveTo>
                    <a:lnTo>
                      <a:pt x="6110" y="0"/>
                    </a:lnTo>
                  </a:path>
                </a:pathLst>
              </a:custGeom>
              <a:noFill/>
              <a:ln cap="rnd" cmpd="sng" w="13925">
                <a:solidFill>
                  <a:srgbClr val="D074B5"/>
                </a:solidFill>
                <a:prstDash val="solid"/>
                <a:miter lim="30395"/>
                <a:headEnd len="sm" w="sm" type="none"/>
                <a:tailEnd len="sm" w="sm" type="none"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64"/>
              <p:cNvSpPr/>
              <p:nvPr/>
            </p:nvSpPr>
            <p:spPr>
              <a:xfrm>
                <a:off x="5365100" y="3576325"/>
                <a:ext cx="63100" cy="63100"/>
              </a:xfrm>
              <a:custGeom>
                <a:rect b="b" l="l" r="r" t="t"/>
                <a:pathLst>
                  <a:path extrusionOk="0" h="2524" w="2524">
                    <a:moveTo>
                      <a:pt x="2524" y="1277"/>
                    </a:moveTo>
                    <a:cubicBezTo>
                      <a:pt x="2524" y="1976"/>
                      <a:pt x="1977" y="2524"/>
                      <a:pt x="1277" y="2524"/>
                    </a:cubicBezTo>
                    <a:cubicBezTo>
                      <a:pt x="578" y="2524"/>
                      <a:pt x="1" y="1976"/>
                      <a:pt x="1" y="1277"/>
                    </a:cubicBezTo>
                    <a:cubicBezTo>
                      <a:pt x="1" y="578"/>
                      <a:pt x="578" y="1"/>
                      <a:pt x="1277" y="1"/>
                    </a:cubicBezTo>
                    <a:cubicBezTo>
                      <a:pt x="1977" y="1"/>
                      <a:pt x="2524" y="578"/>
                      <a:pt x="2524" y="1277"/>
                    </a:cubicBezTo>
                    <a:close/>
                  </a:path>
                </a:pathLst>
              </a:custGeom>
              <a:solidFill>
                <a:srgbClr val="DD81C2"/>
              </a:solidFill>
              <a:ln>
                <a:noFill/>
              </a:ln>
              <a:effectLst>
                <a:outerShdw blurRad="41902" rotWithShape="0" algn="bl" dir="5400000" dist="13967">
                  <a:schemeClr val="dk1">
                    <a:alpha val="16000"/>
                  </a:schemeClr>
                </a:outerShdw>
                <a:reflection blurRad="0" dir="5400000" dist="55870" endA="0" endPos="28000" fadeDir="5400012" kx="0" rotWithShape="0" algn="bl" stA="5000" stPos="0" sy="-100000" ky="0"/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4" name="Google Shape;1264;p64"/>
            <p:cNvGrpSpPr/>
            <p:nvPr/>
          </p:nvGrpSpPr>
          <p:grpSpPr>
            <a:xfrm>
              <a:off x="5495867" y="2789445"/>
              <a:ext cx="622391" cy="623829"/>
              <a:chOff x="5096713" y="3964200"/>
              <a:chExt cx="324500" cy="325250"/>
            </a:xfrm>
          </p:grpSpPr>
          <p:sp>
            <p:nvSpPr>
              <p:cNvPr id="1265" name="Google Shape;1265;p64"/>
              <p:cNvSpPr/>
              <p:nvPr/>
            </p:nvSpPr>
            <p:spPr>
              <a:xfrm>
                <a:off x="5096713" y="3964200"/>
                <a:ext cx="324500" cy="325250"/>
              </a:xfrm>
              <a:custGeom>
                <a:rect b="b" l="l" r="r" t="t"/>
                <a:pathLst>
                  <a:path extrusionOk="0" h="13010" w="12980">
                    <a:moveTo>
                      <a:pt x="6445" y="699"/>
                    </a:moveTo>
                    <a:cubicBezTo>
                      <a:pt x="9636" y="699"/>
                      <a:pt x="12250" y="3313"/>
                      <a:pt x="12250" y="6505"/>
                    </a:cubicBezTo>
                    <a:cubicBezTo>
                      <a:pt x="12250" y="9697"/>
                      <a:pt x="9667" y="12311"/>
                      <a:pt x="6445" y="12311"/>
                    </a:cubicBezTo>
                    <a:cubicBezTo>
                      <a:pt x="3253" y="12311"/>
                      <a:pt x="639" y="9727"/>
                      <a:pt x="639" y="6505"/>
                    </a:cubicBezTo>
                    <a:cubicBezTo>
                      <a:pt x="639" y="3313"/>
                      <a:pt x="3253" y="699"/>
                      <a:pt x="6445" y="699"/>
                    </a:cubicBezTo>
                    <a:close/>
                    <a:moveTo>
                      <a:pt x="6475" y="0"/>
                    </a:moveTo>
                    <a:cubicBezTo>
                      <a:pt x="2919" y="0"/>
                      <a:pt x="1" y="2949"/>
                      <a:pt x="1" y="6505"/>
                    </a:cubicBezTo>
                    <a:cubicBezTo>
                      <a:pt x="1" y="10092"/>
                      <a:pt x="2888" y="13010"/>
                      <a:pt x="6475" y="13010"/>
                    </a:cubicBezTo>
                    <a:cubicBezTo>
                      <a:pt x="10062" y="13010"/>
                      <a:pt x="12980" y="10092"/>
                      <a:pt x="12980" y="6505"/>
                    </a:cubicBezTo>
                    <a:cubicBezTo>
                      <a:pt x="12980" y="2949"/>
                      <a:pt x="10062" y="0"/>
                      <a:pt x="64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41902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64"/>
              <p:cNvSpPr/>
              <p:nvPr/>
            </p:nvSpPr>
            <p:spPr>
              <a:xfrm>
                <a:off x="5185638" y="3964200"/>
                <a:ext cx="144400" cy="325250"/>
              </a:xfrm>
              <a:custGeom>
                <a:rect b="b" l="l" r="r" t="t"/>
                <a:pathLst>
                  <a:path extrusionOk="0" h="13010" w="5776">
                    <a:moveTo>
                      <a:pt x="2888" y="699"/>
                    </a:moveTo>
                    <a:cubicBezTo>
                      <a:pt x="3952" y="699"/>
                      <a:pt x="5137" y="3101"/>
                      <a:pt x="5137" y="6505"/>
                    </a:cubicBezTo>
                    <a:cubicBezTo>
                      <a:pt x="5137" y="9940"/>
                      <a:pt x="3952" y="12311"/>
                      <a:pt x="2888" y="12311"/>
                    </a:cubicBezTo>
                    <a:cubicBezTo>
                      <a:pt x="1824" y="12311"/>
                      <a:pt x="638" y="9940"/>
                      <a:pt x="638" y="6505"/>
                    </a:cubicBezTo>
                    <a:cubicBezTo>
                      <a:pt x="638" y="3101"/>
                      <a:pt x="1824" y="699"/>
                      <a:pt x="2888" y="699"/>
                    </a:cubicBezTo>
                    <a:close/>
                    <a:moveTo>
                      <a:pt x="2888" y="0"/>
                    </a:moveTo>
                    <a:cubicBezTo>
                      <a:pt x="1307" y="0"/>
                      <a:pt x="0" y="2857"/>
                      <a:pt x="0" y="6505"/>
                    </a:cubicBezTo>
                    <a:cubicBezTo>
                      <a:pt x="0" y="10152"/>
                      <a:pt x="1307" y="13010"/>
                      <a:pt x="2888" y="13010"/>
                    </a:cubicBezTo>
                    <a:cubicBezTo>
                      <a:pt x="4499" y="13010"/>
                      <a:pt x="5775" y="10152"/>
                      <a:pt x="5775" y="6505"/>
                    </a:cubicBezTo>
                    <a:cubicBezTo>
                      <a:pt x="5775" y="2857"/>
                      <a:pt x="4529" y="0"/>
                      <a:pt x="28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41902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64"/>
              <p:cNvSpPr/>
              <p:nvPr/>
            </p:nvSpPr>
            <p:spPr>
              <a:xfrm>
                <a:off x="5104313" y="4119225"/>
                <a:ext cx="307800" cy="15975"/>
              </a:xfrm>
              <a:custGeom>
                <a:rect b="b" l="l" r="r" t="t"/>
                <a:pathLst>
                  <a:path extrusionOk="0" h="639" w="12312">
                    <a:moveTo>
                      <a:pt x="1" y="0"/>
                    </a:moveTo>
                    <a:lnTo>
                      <a:pt x="1" y="638"/>
                    </a:lnTo>
                    <a:lnTo>
                      <a:pt x="12311" y="638"/>
                    </a:lnTo>
                    <a:lnTo>
                      <a:pt x="123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41902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64"/>
              <p:cNvSpPr/>
              <p:nvPr/>
            </p:nvSpPr>
            <p:spPr>
              <a:xfrm>
                <a:off x="5136238" y="4023475"/>
                <a:ext cx="243200" cy="43325"/>
              </a:xfrm>
              <a:custGeom>
                <a:rect b="b" l="l" r="r" t="t"/>
                <a:pathLst>
                  <a:path extrusionOk="0" h="1733" w="9728">
                    <a:moveTo>
                      <a:pt x="456" y="0"/>
                    </a:moveTo>
                    <a:lnTo>
                      <a:pt x="0" y="456"/>
                    </a:lnTo>
                    <a:cubicBezTo>
                      <a:pt x="31" y="486"/>
                      <a:pt x="1307" y="1733"/>
                      <a:pt x="4864" y="1733"/>
                    </a:cubicBezTo>
                    <a:cubicBezTo>
                      <a:pt x="8420" y="1733"/>
                      <a:pt x="9697" y="486"/>
                      <a:pt x="9727" y="456"/>
                    </a:cubicBezTo>
                    <a:lnTo>
                      <a:pt x="9271" y="0"/>
                    </a:lnTo>
                    <a:cubicBezTo>
                      <a:pt x="9271" y="0"/>
                      <a:pt x="8147" y="1094"/>
                      <a:pt x="4864" y="1094"/>
                    </a:cubicBezTo>
                    <a:cubicBezTo>
                      <a:pt x="1581" y="1094"/>
                      <a:pt x="456" y="0"/>
                      <a:pt x="4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41902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64"/>
              <p:cNvSpPr/>
              <p:nvPr/>
            </p:nvSpPr>
            <p:spPr>
              <a:xfrm>
                <a:off x="5136238" y="4187600"/>
                <a:ext cx="243200" cy="44100"/>
              </a:xfrm>
              <a:custGeom>
                <a:rect b="b" l="l" r="r" t="t"/>
                <a:pathLst>
                  <a:path extrusionOk="0" h="1764" w="9728">
                    <a:moveTo>
                      <a:pt x="4864" y="1"/>
                    </a:moveTo>
                    <a:cubicBezTo>
                      <a:pt x="1277" y="1"/>
                      <a:pt x="31" y="1247"/>
                      <a:pt x="0" y="1308"/>
                    </a:cubicBezTo>
                    <a:lnTo>
                      <a:pt x="456" y="1764"/>
                    </a:lnTo>
                    <a:cubicBezTo>
                      <a:pt x="456" y="1764"/>
                      <a:pt x="1581" y="639"/>
                      <a:pt x="4864" y="639"/>
                    </a:cubicBezTo>
                    <a:cubicBezTo>
                      <a:pt x="8147" y="639"/>
                      <a:pt x="9271" y="1764"/>
                      <a:pt x="9271" y="1764"/>
                    </a:cubicBezTo>
                    <a:lnTo>
                      <a:pt x="9727" y="1308"/>
                    </a:lnTo>
                    <a:cubicBezTo>
                      <a:pt x="9697" y="1247"/>
                      <a:pt x="8450" y="1"/>
                      <a:pt x="48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1902" rotWithShape="0" algn="bl" dir="5400000" dist="41902">
                  <a:schemeClr val="dk1">
                    <a:alpha val="16000"/>
                  </a:schemeClr>
                </a:outerShdw>
              </a:effectLst>
            </p:spPr>
            <p:txBody>
              <a:bodyPr anchorCtr="0" anchor="ctr" bIns="67025" lIns="67025" spcFirstLastPara="1" rIns="67025" wrap="square" tIns="67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70" name="Google Shape;1270;p64"/>
          <p:cNvGrpSpPr/>
          <p:nvPr/>
        </p:nvGrpSpPr>
        <p:grpSpPr>
          <a:xfrm flipH="1" rot="10800000">
            <a:off x="830290" y="497323"/>
            <a:ext cx="429322" cy="93999"/>
            <a:chOff x="5840230" y="744468"/>
            <a:chExt cx="431653" cy="94500"/>
          </a:xfrm>
        </p:grpSpPr>
        <p:sp>
          <p:nvSpPr>
            <p:cNvPr id="1271" name="Google Shape;1271;p64"/>
            <p:cNvSpPr/>
            <p:nvPr/>
          </p:nvSpPr>
          <p:spPr>
            <a:xfrm>
              <a:off x="5840230" y="744468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4"/>
            <p:cNvSpPr/>
            <p:nvPr/>
          </p:nvSpPr>
          <p:spPr>
            <a:xfrm>
              <a:off x="6008807" y="744468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4"/>
            <p:cNvSpPr/>
            <p:nvPr/>
          </p:nvSpPr>
          <p:spPr>
            <a:xfrm>
              <a:off x="6177384" y="744468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4" name="Google Shape;1274;p64"/>
          <p:cNvSpPr txBox="1"/>
          <p:nvPr>
            <p:ph idx="4294967295" type="title"/>
          </p:nvPr>
        </p:nvSpPr>
        <p:spPr>
          <a:xfrm>
            <a:off x="720000" y="714975"/>
            <a:ext cx="7704000" cy="10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SPRING BMS DATA SCIENCE CHALLENGE</a:t>
            </a:r>
            <a:endParaRPr sz="2800"/>
          </a:p>
        </p:txBody>
      </p:sp>
      <p:grpSp>
        <p:nvGrpSpPr>
          <p:cNvPr id="1275" name="Google Shape;1275;p64"/>
          <p:cNvGrpSpPr/>
          <p:nvPr/>
        </p:nvGrpSpPr>
        <p:grpSpPr>
          <a:xfrm>
            <a:off x="1098387" y="1926522"/>
            <a:ext cx="4019150" cy="1596183"/>
            <a:chOff x="719975" y="1114972"/>
            <a:chExt cx="3010825" cy="1776300"/>
          </a:xfrm>
        </p:grpSpPr>
        <p:sp>
          <p:nvSpPr>
            <p:cNvPr id="1276" name="Google Shape;1276;p64"/>
            <p:cNvSpPr/>
            <p:nvPr/>
          </p:nvSpPr>
          <p:spPr>
            <a:xfrm>
              <a:off x="720000" y="1114972"/>
              <a:ext cx="3010800" cy="17763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rgbClr val="BBF6F4"/>
                </a:gs>
                <a:gs pos="100000">
                  <a:srgbClr val="4EE0D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48095" rotWithShape="0" algn="bl" dir="5460000" dist="40079">
                <a:schemeClr val="dk1">
                  <a:alpha val="22000"/>
                </a:schemeClr>
              </a:outerShdw>
            </a:effectLst>
          </p:spPr>
          <p:txBody>
            <a:bodyPr anchorCtr="0" anchor="ctr" bIns="76950" lIns="76950" spcFirstLastPara="1" rIns="76950" wrap="square" tIns="7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1277" name="Google Shape;1277;p64"/>
            <p:cNvSpPr/>
            <p:nvPr/>
          </p:nvSpPr>
          <p:spPr>
            <a:xfrm>
              <a:off x="719975" y="1114975"/>
              <a:ext cx="30108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8000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8095" rotWithShape="0" algn="bl" dir="5400000" dist="40079">
                <a:schemeClr val="dk1">
                  <a:alpha val="15000"/>
                </a:schemeClr>
              </a:outerShdw>
            </a:effectLst>
          </p:spPr>
          <p:txBody>
            <a:bodyPr anchorCtr="0" anchor="ctr" bIns="76950" lIns="76950" spcFirstLastPara="1" rIns="76950" wrap="square" tIns="7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grpSp>
          <p:nvGrpSpPr>
            <p:cNvPr id="1278" name="Google Shape;1278;p64"/>
            <p:cNvGrpSpPr/>
            <p:nvPr/>
          </p:nvGrpSpPr>
          <p:grpSpPr>
            <a:xfrm flipH="1" rot="10800000">
              <a:off x="881412" y="1244995"/>
              <a:ext cx="429322" cy="93999"/>
              <a:chOff x="5840230" y="744468"/>
              <a:chExt cx="431653" cy="94500"/>
            </a:xfrm>
          </p:grpSpPr>
          <p:sp>
            <p:nvSpPr>
              <p:cNvPr id="1279" name="Google Shape;1279;p64"/>
              <p:cNvSpPr/>
              <p:nvPr/>
            </p:nvSpPr>
            <p:spPr>
              <a:xfrm>
                <a:off x="5840230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48095" rotWithShape="0" algn="bl" dir="5400000" dist="16032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76950" lIns="76950" spcFirstLastPara="1" rIns="76950" wrap="square" tIns="769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64"/>
              <p:cNvSpPr/>
              <p:nvPr/>
            </p:nvSpPr>
            <p:spPr>
              <a:xfrm>
                <a:off x="6008807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48095" rotWithShape="0" algn="bl" dir="5400000" dist="16032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76950" lIns="76950" spcFirstLastPara="1" rIns="76950" wrap="square" tIns="769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64"/>
              <p:cNvSpPr/>
              <p:nvPr/>
            </p:nvSpPr>
            <p:spPr>
              <a:xfrm>
                <a:off x="6177384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48095" rotWithShape="0" algn="bl" dir="5400000" dist="16032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76950" lIns="76950" spcFirstLastPara="1" rIns="76950" wrap="square" tIns="769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82" name="Google Shape;1282;p64"/>
          <p:cNvSpPr txBox="1"/>
          <p:nvPr/>
        </p:nvSpPr>
        <p:spPr>
          <a:xfrm>
            <a:off x="891700" y="2266150"/>
            <a:ext cx="4432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Project 1 - Data Cleaning Dashboard</a:t>
            </a:r>
            <a:endParaRPr b="1" sz="26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65"/>
          <p:cNvSpPr/>
          <p:nvPr/>
        </p:nvSpPr>
        <p:spPr>
          <a:xfrm>
            <a:off x="389523" y="2147058"/>
            <a:ext cx="2498400" cy="335400"/>
          </a:xfrm>
          <a:prstGeom prst="roundRect">
            <a:avLst>
              <a:gd fmla="val 44714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65"/>
          <p:cNvSpPr/>
          <p:nvPr/>
        </p:nvSpPr>
        <p:spPr>
          <a:xfrm>
            <a:off x="5874200" y="3656838"/>
            <a:ext cx="2833200" cy="335400"/>
          </a:xfrm>
          <a:prstGeom prst="roundRect">
            <a:avLst>
              <a:gd fmla="val 44714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65"/>
          <p:cNvSpPr/>
          <p:nvPr/>
        </p:nvSpPr>
        <p:spPr>
          <a:xfrm>
            <a:off x="4023199" y="2142883"/>
            <a:ext cx="2498400" cy="335400"/>
          </a:xfrm>
          <a:prstGeom prst="roundRect">
            <a:avLst>
              <a:gd fmla="val 44714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65"/>
          <p:cNvSpPr/>
          <p:nvPr/>
        </p:nvSpPr>
        <p:spPr>
          <a:xfrm>
            <a:off x="2149161" y="3651845"/>
            <a:ext cx="2498400" cy="335400"/>
          </a:xfrm>
          <a:prstGeom prst="roundRect">
            <a:avLst>
              <a:gd fmla="val 44714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65"/>
          <p:cNvSpPr txBox="1"/>
          <p:nvPr>
            <p:ph type="title"/>
          </p:nvPr>
        </p:nvSpPr>
        <p:spPr>
          <a:xfrm>
            <a:off x="386100" y="980425"/>
            <a:ext cx="8371800" cy="3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65"/>
          <p:cNvSpPr txBox="1"/>
          <p:nvPr>
            <p:ph idx="2" type="title"/>
          </p:nvPr>
        </p:nvSpPr>
        <p:spPr>
          <a:xfrm>
            <a:off x="441575" y="2194038"/>
            <a:ext cx="2378700" cy="2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 </a:t>
            </a:r>
            <a:r>
              <a:rPr lang="en" sz="1700"/>
              <a:t>DATA</a:t>
            </a:r>
            <a:endParaRPr sz="1700"/>
          </a:p>
        </p:txBody>
      </p:sp>
      <p:sp>
        <p:nvSpPr>
          <p:cNvPr id="1293" name="Google Shape;1293;p65"/>
          <p:cNvSpPr txBox="1"/>
          <p:nvPr>
            <p:ph idx="1" type="subTitle"/>
          </p:nvPr>
        </p:nvSpPr>
        <p:spPr>
          <a:xfrm>
            <a:off x="386100" y="2591000"/>
            <a:ext cx="2737500" cy="8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Combine files from various formats (CSV, XLSX, XLSM) with automated header mapping.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65"/>
          <p:cNvSpPr txBox="1"/>
          <p:nvPr>
            <p:ph idx="3" type="title"/>
          </p:nvPr>
        </p:nvSpPr>
        <p:spPr>
          <a:xfrm>
            <a:off x="4216763" y="2191713"/>
            <a:ext cx="2178900" cy="2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DATA QUALITY</a:t>
            </a:r>
            <a:endParaRPr sz="1700"/>
          </a:p>
        </p:txBody>
      </p:sp>
      <p:sp>
        <p:nvSpPr>
          <p:cNvPr id="1295" name="Google Shape;1295;p65"/>
          <p:cNvSpPr txBox="1"/>
          <p:nvPr>
            <p:ph idx="4" type="subTitle"/>
          </p:nvPr>
        </p:nvSpPr>
        <p:spPr>
          <a:xfrm>
            <a:off x="4019776" y="2582965"/>
            <a:ext cx="2505300" cy="7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Identify and correct missing values, duplicates, and inconsistent formats.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65"/>
          <p:cNvSpPr txBox="1"/>
          <p:nvPr>
            <p:ph idx="5" type="title"/>
          </p:nvPr>
        </p:nvSpPr>
        <p:spPr>
          <a:xfrm>
            <a:off x="5663600" y="3697338"/>
            <a:ext cx="3254400" cy="2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GENERATE REPORTS</a:t>
            </a:r>
            <a:endParaRPr sz="1700"/>
          </a:p>
        </p:txBody>
      </p:sp>
      <p:sp>
        <p:nvSpPr>
          <p:cNvPr id="1297" name="Google Shape;1297;p65"/>
          <p:cNvSpPr txBox="1"/>
          <p:nvPr>
            <p:ph idx="6" type="subTitle"/>
          </p:nvPr>
        </p:nvSpPr>
        <p:spPr>
          <a:xfrm>
            <a:off x="6038138" y="4102430"/>
            <a:ext cx="2505300" cy="7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Export validated datasets and metadata for downstream analysis.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65"/>
          <p:cNvSpPr txBox="1"/>
          <p:nvPr>
            <p:ph idx="9" type="title"/>
          </p:nvPr>
        </p:nvSpPr>
        <p:spPr>
          <a:xfrm>
            <a:off x="2216788" y="3706588"/>
            <a:ext cx="2420400" cy="2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VISUALIZE DATA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65"/>
          <p:cNvSpPr txBox="1"/>
          <p:nvPr>
            <p:ph idx="13" type="subTitle"/>
          </p:nvPr>
        </p:nvSpPr>
        <p:spPr>
          <a:xfrm>
            <a:off x="2145738" y="4091928"/>
            <a:ext cx="2505300" cy="7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Enable users to view outliers, unique values, and column-level insights interactively.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1300" name="Google Shape;1300;p65"/>
          <p:cNvGrpSpPr/>
          <p:nvPr/>
        </p:nvGrpSpPr>
        <p:grpSpPr>
          <a:xfrm>
            <a:off x="3214869" y="3198679"/>
            <a:ext cx="380772" cy="348465"/>
            <a:chOff x="-61783350" y="3743950"/>
            <a:chExt cx="316650" cy="317450"/>
          </a:xfrm>
        </p:grpSpPr>
        <p:sp>
          <p:nvSpPr>
            <p:cNvPr id="1301" name="Google Shape;1301;p65"/>
            <p:cNvSpPr/>
            <p:nvPr/>
          </p:nvSpPr>
          <p:spPr>
            <a:xfrm>
              <a:off x="-61783350" y="3743950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5"/>
            <p:cNvSpPr/>
            <p:nvPr/>
          </p:nvSpPr>
          <p:spPr>
            <a:xfrm>
              <a:off x="-61739225" y="3833750"/>
              <a:ext cx="272525" cy="149675"/>
            </a:xfrm>
            <a:custGeom>
              <a:rect b="b" l="l" r="r" t="t"/>
              <a:pathLst>
                <a:path extrusionOk="0" h="5987" w="10901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3" name="Google Shape;1303;p65"/>
          <p:cNvSpPr txBox="1"/>
          <p:nvPr>
            <p:ph idx="4294967295" type="subTitle"/>
          </p:nvPr>
        </p:nvSpPr>
        <p:spPr>
          <a:xfrm>
            <a:off x="386100" y="1081750"/>
            <a:ext cx="8371800" cy="5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Develop an </a:t>
            </a:r>
            <a:r>
              <a:rPr b="1"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interactive and user-friendly Data Cleaning Dashboard</a:t>
            </a: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that helps scientists and analysts </a:t>
            </a:r>
            <a:r>
              <a:rPr b="1"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detect, visualize, and resolve data quality issues</a:t>
            </a: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across multiple datasets.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304" name="Google Shape;1304;p65"/>
          <p:cNvGrpSpPr/>
          <p:nvPr/>
        </p:nvGrpSpPr>
        <p:grpSpPr>
          <a:xfrm>
            <a:off x="1398713" y="1689000"/>
            <a:ext cx="349525" cy="349500"/>
            <a:chOff x="3271863" y="1462075"/>
            <a:chExt cx="349525" cy="349500"/>
          </a:xfrm>
        </p:grpSpPr>
        <p:sp>
          <p:nvSpPr>
            <p:cNvPr id="1305" name="Google Shape;1305;p65"/>
            <p:cNvSpPr/>
            <p:nvPr/>
          </p:nvSpPr>
          <p:spPr>
            <a:xfrm>
              <a:off x="3271863" y="1694075"/>
              <a:ext cx="349525" cy="54675"/>
            </a:xfrm>
            <a:custGeom>
              <a:rect b="b" l="l" r="r" t="t"/>
              <a:pathLst>
                <a:path extrusionOk="0" h="2187" w="13981">
                  <a:moveTo>
                    <a:pt x="1" y="1"/>
                  </a:moveTo>
                  <a:lnTo>
                    <a:pt x="1" y="962"/>
                  </a:lnTo>
                  <a:cubicBezTo>
                    <a:pt x="1" y="1631"/>
                    <a:pt x="556" y="2186"/>
                    <a:pt x="1239" y="2186"/>
                  </a:cubicBezTo>
                  <a:lnTo>
                    <a:pt x="12753" y="2186"/>
                  </a:lnTo>
                  <a:cubicBezTo>
                    <a:pt x="13436" y="2186"/>
                    <a:pt x="13980" y="1631"/>
                    <a:pt x="13980" y="962"/>
                  </a:cubicBezTo>
                  <a:lnTo>
                    <a:pt x="139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5"/>
            <p:cNvSpPr/>
            <p:nvPr/>
          </p:nvSpPr>
          <p:spPr>
            <a:xfrm>
              <a:off x="3341013" y="1769275"/>
              <a:ext cx="211500" cy="42300"/>
            </a:xfrm>
            <a:custGeom>
              <a:rect b="b" l="l" r="r" t="t"/>
              <a:pathLst>
                <a:path extrusionOk="0" h="1692" w="8460">
                  <a:moveTo>
                    <a:pt x="1481" y="0"/>
                  </a:moveTo>
                  <a:lnTo>
                    <a:pt x="1203" y="869"/>
                  </a:lnTo>
                  <a:lnTo>
                    <a:pt x="406" y="869"/>
                  </a:lnTo>
                  <a:cubicBezTo>
                    <a:pt x="187" y="869"/>
                    <a:pt x="1" y="1053"/>
                    <a:pt x="1" y="1275"/>
                  </a:cubicBezTo>
                  <a:cubicBezTo>
                    <a:pt x="1" y="1505"/>
                    <a:pt x="187" y="1691"/>
                    <a:pt x="406" y="1691"/>
                  </a:cubicBezTo>
                  <a:lnTo>
                    <a:pt x="8054" y="1691"/>
                  </a:lnTo>
                  <a:cubicBezTo>
                    <a:pt x="8273" y="1691"/>
                    <a:pt x="8459" y="1505"/>
                    <a:pt x="8459" y="1275"/>
                  </a:cubicBezTo>
                  <a:cubicBezTo>
                    <a:pt x="8459" y="1053"/>
                    <a:pt x="8273" y="869"/>
                    <a:pt x="8054" y="869"/>
                  </a:cubicBezTo>
                  <a:lnTo>
                    <a:pt x="7257" y="869"/>
                  </a:lnTo>
                  <a:lnTo>
                    <a:pt x="69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5"/>
            <p:cNvSpPr/>
            <p:nvPr/>
          </p:nvSpPr>
          <p:spPr>
            <a:xfrm>
              <a:off x="3344488" y="1516775"/>
              <a:ext cx="116025" cy="20225"/>
            </a:xfrm>
            <a:custGeom>
              <a:rect b="b" l="l" r="r" t="t"/>
              <a:pathLst>
                <a:path extrusionOk="0" h="809" w="4641">
                  <a:moveTo>
                    <a:pt x="1" y="0"/>
                  </a:moveTo>
                  <a:lnTo>
                    <a:pt x="1" y="808"/>
                  </a:lnTo>
                  <a:lnTo>
                    <a:pt x="4641" y="808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5"/>
            <p:cNvSpPr/>
            <p:nvPr/>
          </p:nvSpPr>
          <p:spPr>
            <a:xfrm>
              <a:off x="3271863" y="1462075"/>
              <a:ext cx="349525" cy="211475"/>
            </a:xfrm>
            <a:custGeom>
              <a:rect b="b" l="l" r="r" t="t"/>
              <a:pathLst>
                <a:path extrusionOk="0" h="8459" w="13981">
                  <a:moveTo>
                    <a:pt x="11503" y="1366"/>
                  </a:moveTo>
                  <a:cubicBezTo>
                    <a:pt x="11723" y="1366"/>
                    <a:pt x="11909" y="1552"/>
                    <a:pt x="11909" y="1772"/>
                  </a:cubicBezTo>
                  <a:cubicBezTo>
                    <a:pt x="11909" y="2002"/>
                    <a:pt x="11723" y="2188"/>
                    <a:pt x="11503" y="2188"/>
                  </a:cubicBezTo>
                  <a:lnTo>
                    <a:pt x="9581" y="2188"/>
                  </a:lnTo>
                  <a:cubicBezTo>
                    <a:pt x="9362" y="2188"/>
                    <a:pt x="9176" y="2002"/>
                    <a:pt x="9176" y="1772"/>
                  </a:cubicBezTo>
                  <a:cubicBezTo>
                    <a:pt x="9176" y="1552"/>
                    <a:pt x="9362" y="1366"/>
                    <a:pt x="9581" y="1366"/>
                  </a:cubicBezTo>
                  <a:close/>
                  <a:moveTo>
                    <a:pt x="7951" y="1366"/>
                  </a:moveTo>
                  <a:cubicBezTo>
                    <a:pt x="8171" y="1366"/>
                    <a:pt x="8357" y="1552"/>
                    <a:pt x="8357" y="1772"/>
                  </a:cubicBezTo>
                  <a:lnTo>
                    <a:pt x="8357" y="3413"/>
                  </a:lnTo>
                  <a:cubicBezTo>
                    <a:pt x="8357" y="3635"/>
                    <a:pt x="8171" y="3818"/>
                    <a:pt x="7951" y="3818"/>
                  </a:cubicBezTo>
                  <a:lnTo>
                    <a:pt x="2489" y="3818"/>
                  </a:lnTo>
                  <a:cubicBezTo>
                    <a:pt x="2270" y="3818"/>
                    <a:pt x="2084" y="3635"/>
                    <a:pt x="2084" y="3413"/>
                  </a:cubicBezTo>
                  <a:lnTo>
                    <a:pt x="2084" y="1772"/>
                  </a:lnTo>
                  <a:cubicBezTo>
                    <a:pt x="2084" y="1552"/>
                    <a:pt x="2270" y="1366"/>
                    <a:pt x="2489" y="1366"/>
                  </a:cubicBezTo>
                  <a:close/>
                  <a:moveTo>
                    <a:pt x="11503" y="2996"/>
                  </a:moveTo>
                  <a:cubicBezTo>
                    <a:pt x="11723" y="2996"/>
                    <a:pt x="11909" y="3183"/>
                    <a:pt x="11909" y="3413"/>
                  </a:cubicBezTo>
                  <a:cubicBezTo>
                    <a:pt x="11909" y="3635"/>
                    <a:pt x="11723" y="3818"/>
                    <a:pt x="11503" y="3818"/>
                  </a:cubicBezTo>
                  <a:lnTo>
                    <a:pt x="9581" y="3818"/>
                  </a:lnTo>
                  <a:cubicBezTo>
                    <a:pt x="9362" y="3818"/>
                    <a:pt x="9176" y="3635"/>
                    <a:pt x="9176" y="3413"/>
                  </a:cubicBezTo>
                  <a:cubicBezTo>
                    <a:pt x="9176" y="3183"/>
                    <a:pt x="9362" y="2996"/>
                    <a:pt x="9581" y="2996"/>
                  </a:cubicBezTo>
                  <a:close/>
                  <a:moveTo>
                    <a:pt x="4400" y="4640"/>
                  </a:moveTo>
                  <a:cubicBezTo>
                    <a:pt x="4630" y="4640"/>
                    <a:pt x="4816" y="4827"/>
                    <a:pt x="4816" y="5046"/>
                  </a:cubicBezTo>
                  <a:cubicBezTo>
                    <a:pt x="4816" y="5276"/>
                    <a:pt x="4630" y="5462"/>
                    <a:pt x="4400" y="5462"/>
                  </a:cubicBezTo>
                  <a:lnTo>
                    <a:pt x="2489" y="5462"/>
                  </a:lnTo>
                  <a:cubicBezTo>
                    <a:pt x="2270" y="5462"/>
                    <a:pt x="2084" y="5276"/>
                    <a:pt x="2084" y="5046"/>
                  </a:cubicBezTo>
                  <a:cubicBezTo>
                    <a:pt x="2084" y="4827"/>
                    <a:pt x="2270" y="4640"/>
                    <a:pt x="2489" y="4640"/>
                  </a:cubicBezTo>
                  <a:close/>
                  <a:moveTo>
                    <a:pt x="7951" y="4640"/>
                  </a:moveTo>
                  <a:cubicBezTo>
                    <a:pt x="8171" y="4640"/>
                    <a:pt x="8357" y="4827"/>
                    <a:pt x="8357" y="5046"/>
                  </a:cubicBezTo>
                  <a:cubicBezTo>
                    <a:pt x="8357" y="5276"/>
                    <a:pt x="8171" y="5462"/>
                    <a:pt x="7951" y="5462"/>
                  </a:cubicBezTo>
                  <a:lnTo>
                    <a:pt x="6041" y="5462"/>
                  </a:lnTo>
                  <a:cubicBezTo>
                    <a:pt x="5810" y="5462"/>
                    <a:pt x="5624" y="5276"/>
                    <a:pt x="5624" y="5046"/>
                  </a:cubicBezTo>
                  <a:cubicBezTo>
                    <a:pt x="5624" y="4827"/>
                    <a:pt x="5810" y="4640"/>
                    <a:pt x="6041" y="4640"/>
                  </a:cubicBezTo>
                  <a:close/>
                  <a:moveTo>
                    <a:pt x="11503" y="4640"/>
                  </a:moveTo>
                  <a:cubicBezTo>
                    <a:pt x="11723" y="4640"/>
                    <a:pt x="11909" y="4827"/>
                    <a:pt x="11909" y="5046"/>
                  </a:cubicBezTo>
                  <a:cubicBezTo>
                    <a:pt x="11909" y="5276"/>
                    <a:pt x="11723" y="5462"/>
                    <a:pt x="11503" y="5462"/>
                  </a:cubicBezTo>
                  <a:lnTo>
                    <a:pt x="9581" y="5462"/>
                  </a:lnTo>
                  <a:cubicBezTo>
                    <a:pt x="9362" y="5462"/>
                    <a:pt x="9176" y="5276"/>
                    <a:pt x="9176" y="5046"/>
                  </a:cubicBezTo>
                  <a:cubicBezTo>
                    <a:pt x="9176" y="4827"/>
                    <a:pt x="9362" y="4640"/>
                    <a:pt x="9581" y="4640"/>
                  </a:cubicBezTo>
                  <a:close/>
                  <a:moveTo>
                    <a:pt x="4400" y="6284"/>
                  </a:moveTo>
                  <a:cubicBezTo>
                    <a:pt x="4630" y="6284"/>
                    <a:pt x="4816" y="6457"/>
                    <a:pt x="4816" y="6690"/>
                  </a:cubicBezTo>
                  <a:cubicBezTo>
                    <a:pt x="4816" y="6909"/>
                    <a:pt x="4630" y="7093"/>
                    <a:pt x="4400" y="7093"/>
                  </a:cubicBezTo>
                  <a:lnTo>
                    <a:pt x="2489" y="7093"/>
                  </a:lnTo>
                  <a:cubicBezTo>
                    <a:pt x="2270" y="7093"/>
                    <a:pt x="2084" y="6909"/>
                    <a:pt x="2084" y="6690"/>
                  </a:cubicBezTo>
                  <a:cubicBezTo>
                    <a:pt x="2084" y="6457"/>
                    <a:pt x="2270" y="6284"/>
                    <a:pt x="2489" y="6284"/>
                  </a:cubicBezTo>
                  <a:close/>
                  <a:moveTo>
                    <a:pt x="7951" y="6284"/>
                  </a:moveTo>
                  <a:cubicBezTo>
                    <a:pt x="8171" y="6284"/>
                    <a:pt x="8357" y="6457"/>
                    <a:pt x="8357" y="6690"/>
                  </a:cubicBezTo>
                  <a:cubicBezTo>
                    <a:pt x="8357" y="6909"/>
                    <a:pt x="8171" y="7093"/>
                    <a:pt x="7951" y="7093"/>
                  </a:cubicBezTo>
                  <a:lnTo>
                    <a:pt x="6041" y="7093"/>
                  </a:lnTo>
                  <a:cubicBezTo>
                    <a:pt x="5810" y="7093"/>
                    <a:pt x="5624" y="6909"/>
                    <a:pt x="5624" y="6690"/>
                  </a:cubicBezTo>
                  <a:cubicBezTo>
                    <a:pt x="5624" y="6457"/>
                    <a:pt x="5810" y="6284"/>
                    <a:pt x="6041" y="6284"/>
                  </a:cubicBezTo>
                  <a:close/>
                  <a:moveTo>
                    <a:pt x="11503" y="6284"/>
                  </a:moveTo>
                  <a:cubicBezTo>
                    <a:pt x="11723" y="6284"/>
                    <a:pt x="11909" y="6457"/>
                    <a:pt x="11909" y="6690"/>
                  </a:cubicBezTo>
                  <a:cubicBezTo>
                    <a:pt x="11909" y="6909"/>
                    <a:pt x="11723" y="7093"/>
                    <a:pt x="11503" y="7093"/>
                  </a:cubicBezTo>
                  <a:lnTo>
                    <a:pt x="9581" y="7093"/>
                  </a:lnTo>
                  <a:cubicBezTo>
                    <a:pt x="9362" y="7093"/>
                    <a:pt x="9176" y="6909"/>
                    <a:pt x="9176" y="6690"/>
                  </a:cubicBezTo>
                  <a:cubicBezTo>
                    <a:pt x="9176" y="6457"/>
                    <a:pt x="9362" y="6284"/>
                    <a:pt x="9581" y="6284"/>
                  </a:cubicBezTo>
                  <a:close/>
                  <a:moveTo>
                    <a:pt x="1239" y="0"/>
                  </a:moveTo>
                  <a:cubicBezTo>
                    <a:pt x="556" y="0"/>
                    <a:pt x="1" y="556"/>
                    <a:pt x="1" y="1228"/>
                  </a:cubicBezTo>
                  <a:lnTo>
                    <a:pt x="1" y="8459"/>
                  </a:lnTo>
                  <a:lnTo>
                    <a:pt x="13980" y="8459"/>
                  </a:lnTo>
                  <a:lnTo>
                    <a:pt x="13980" y="1228"/>
                  </a:lnTo>
                  <a:cubicBezTo>
                    <a:pt x="13980" y="556"/>
                    <a:pt x="13436" y="0"/>
                    <a:pt x="12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9" name="Google Shape;1309;p65"/>
          <p:cNvGrpSpPr/>
          <p:nvPr/>
        </p:nvGrpSpPr>
        <p:grpSpPr>
          <a:xfrm>
            <a:off x="7115038" y="3198663"/>
            <a:ext cx="351525" cy="347975"/>
            <a:chOff x="2515138" y="3694975"/>
            <a:chExt cx="351525" cy="347975"/>
          </a:xfrm>
        </p:grpSpPr>
        <p:sp>
          <p:nvSpPr>
            <p:cNvPr id="1310" name="Google Shape;1310;p65"/>
            <p:cNvSpPr/>
            <p:nvPr/>
          </p:nvSpPr>
          <p:spPr>
            <a:xfrm>
              <a:off x="2515138" y="3797100"/>
              <a:ext cx="225100" cy="245850"/>
            </a:xfrm>
            <a:custGeom>
              <a:rect b="b" l="l" r="r" t="t"/>
              <a:pathLst>
                <a:path extrusionOk="0" h="9834" w="9004">
                  <a:moveTo>
                    <a:pt x="6954" y="820"/>
                  </a:moveTo>
                  <a:cubicBezTo>
                    <a:pt x="7187" y="820"/>
                    <a:pt x="7371" y="1006"/>
                    <a:pt x="7371" y="1236"/>
                  </a:cubicBezTo>
                  <a:cubicBezTo>
                    <a:pt x="7371" y="1458"/>
                    <a:pt x="7187" y="1642"/>
                    <a:pt x="6954" y="1642"/>
                  </a:cubicBezTo>
                  <a:lnTo>
                    <a:pt x="2050" y="1642"/>
                  </a:lnTo>
                  <a:cubicBezTo>
                    <a:pt x="1817" y="1642"/>
                    <a:pt x="1633" y="1458"/>
                    <a:pt x="1633" y="1236"/>
                  </a:cubicBezTo>
                  <a:cubicBezTo>
                    <a:pt x="1633" y="1006"/>
                    <a:pt x="1817" y="820"/>
                    <a:pt x="2050" y="820"/>
                  </a:cubicBezTo>
                  <a:close/>
                  <a:moveTo>
                    <a:pt x="1" y="0"/>
                  </a:moveTo>
                  <a:lnTo>
                    <a:pt x="1" y="8595"/>
                  </a:lnTo>
                  <a:cubicBezTo>
                    <a:pt x="1" y="9278"/>
                    <a:pt x="545" y="9834"/>
                    <a:pt x="1228" y="9834"/>
                  </a:cubicBezTo>
                  <a:lnTo>
                    <a:pt x="7776" y="9834"/>
                  </a:lnTo>
                  <a:cubicBezTo>
                    <a:pt x="8448" y="9834"/>
                    <a:pt x="9004" y="9278"/>
                    <a:pt x="9004" y="8595"/>
                  </a:cubicBezTo>
                  <a:lnTo>
                    <a:pt x="9004" y="6201"/>
                  </a:lnTo>
                  <a:lnTo>
                    <a:pt x="7904" y="7301"/>
                  </a:lnTo>
                  <a:cubicBezTo>
                    <a:pt x="7835" y="7371"/>
                    <a:pt x="7765" y="7415"/>
                    <a:pt x="7696" y="7473"/>
                  </a:cubicBezTo>
                  <a:lnTo>
                    <a:pt x="5566" y="8817"/>
                  </a:lnTo>
                  <a:cubicBezTo>
                    <a:pt x="5371" y="8942"/>
                    <a:pt x="5149" y="9012"/>
                    <a:pt x="4908" y="9012"/>
                  </a:cubicBezTo>
                  <a:cubicBezTo>
                    <a:pt x="4583" y="9012"/>
                    <a:pt x="4272" y="8887"/>
                    <a:pt x="4038" y="8653"/>
                  </a:cubicBezTo>
                  <a:cubicBezTo>
                    <a:pt x="3913" y="8515"/>
                    <a:pt x="3808" y="8365"/>
                    <a:pt x="3750" y="8193"/>
                  </a:cubicBezTo>
                  <a:lnTo>
                    <a:pt x="2050" y="8193"/>
                  </a:lnTo>
                  <a:cubicBezTo>
                    <a:pt x="1817" y="8193"/>
                    <a:pt x="1633" y="8006"/>
                    <a:pt x="1633" y="7787"/>
                  </a:cubicBezTo>
                  <a:cubicBezTo>
                    <a:pt x="1633" y="7554"/>
                    <a:pt x="1817" y="7371"/>
                    <a:pt x="2050" y="7371"/>
                  </a:cubicBezTo>
                  <a:lnTo>
                    <a:pt x="3750" y="7371"/>
                  </a:lnTo>
                  <a:cubicBezTo>
                    <a:pt x="3786" y="7290"/>
                    <a:pt x="3819" y="7207"/>
                    <a:pt x="3877" y="7126"/>
                  </a:cubicBezTo>
                  <a:lnTo>
                    <a:pt x="4236" y="6560"/>
                  </a:lnTo>
                  <a:lnTo>
                    <a:pt x="2050" y="6560"/>
                  </a:lnTo>
                  <a:cubicBezTo>
                    <a:pt x="1817" y="6560"/>
                    <a:pt x="1633" y="6374"/>
                    <a:pt x="1633" y="6143"/>
                  </a:cubicBezTo>
                  <a:cubicBezTo>
                    <a:pt x="1633" y="5924"/>
                    <a:pt x="1817" y="5738"/>
                    <a:pt x="2050" y="5738"/>
                  </a:cubicBezTo>
                  <a:lnTo>
                    <a:pt x="4758" y="5738"/>
                  </a:lnTo>
                  <a:lnTo>
                    <a:pt x="5219" y="4999"/>
                  </a:lnTo>
                  <a:cubicBezTo>
                    <a:pt x="5244" y="4974"/>
                    <a:pt x="5266" y="4941"/>
                    <a:pt x="5288" y="4916"/>
                  </a:cubicBezTo>
                  <a:lnTo>
                    <a:pt x="2050" y="4916"/>
                  </a:lnTo>
                  <a:cubicBezTo>
                    <a:pt x="1817" y="4916"/>
                    <a:pt x="1633" y="4732"/>
                    <a:pt x="1633" y="4513"/>
                  </a:cubicBezTo>
                  <a:cubicBezTo>
                    <a:pt x="1633" y="4280"/>
                    <a:pt x="1817" y="4096"/>
                    <a:pt x="2050" y="4096"/>
                  </a:cubicBezTo>
                  <a:lnTo>
                    <a:pt x="6088" y="4096"/>
                  </a:lnTo>
                  <a:lnTo>
                    <a:pt x="6910" y="3286"/>
                  </a:lnTo>
                  <a:lnTo>
                    <a:pt x="2050" y="3286"/>
                  </a:lnTo>
                  <a:cubicBezTo>
                    <a:pt x="1817" y="3286"/>
                    <a:pt x="1633" y="3100"/>
                    <a:pt x="1633" y="2869"/>
                  </a:cubicBezTo>
                  <a:cubicBezTo>
                    <a:pt x="1633" y="2650"/>
                    <a:pt x="1817" y="2464"/>
                    <a:pt x="2050" y="2464"/>
                  </a:cubicBezTo>
                  <a:lnTo>
                    <a:pt x="6954" y="2464"/>
                  </a:lnTo>
                  <a:cubicBezTo>
                    <a:pt x="7162" y="2464"/>
                    <a:pt x="7337" y="2614"/>
                    <a:pt x="7360" y="2822"/>
                  </a:cubicBezTo>
                  <a:lnTo>
                    <a:pt x="9004" y="1181"/>
                  </a:lnTo>
                  <a:lnTo>
                    <a:pt x="90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5"/>
            <p:cNvSpPr/>
            <p:nvPr/>
          </p:nvSpPr>
          <p:spPr>
            <a:xfrm>
              <a:off x="2515138" y="3715175"/>
              <a:ext cx="225100" cy="61675"/>
            </a:xfrm>
            <a:custGeom>
              <a:rect b="b" l="l" r="r" t="t"/>
              <a:pathLst>
                <a:path extrusionOk="0" h="2467" w="9004">
                  <a:moveTo>
                    <a:pt x="1228" y="1"/>
                  </a:moveTo>
                  <a:cubicBezTo>
                    <a:pt x="545" y="1"/>
                    <a:pt x="1" y="556"/>
                    <a:pt x="1" y="1239"/>
                  </a:cubicBezTo>
                  <a:lnTo>
                    <a:pt x="1" y="2467"/>
                  </a:lnTo>
                  <a:lnTo>
                    <a:pt x="9004" y="2467"/>
                  </a:lnTo>
                  <a:lnTo>
                    <a:pt x="9004" y="1239"/>
                  </a:lnTo>
                  <a:cubicBezTo>
                    <a:pt x="9004" y="556"/>
                    <a:pt x="8448" y="1"/>
                    <a:pt x="7776" y="1"/>
                  </a:cubicBezTo>
                  <a:lnTo>
                    <a:pt x="7371" y="1"/>
                  </a:lnTo>
                  <a:lnTo>
                    <a:pt x="7371" y="1239"/>
                  </a:lnTo>
                  <a:cubicBezTo>
                    <a:pt x="7371" y="1458"/>
                    <a:pt x="7187" y="1645"/>
                    <a:pt x="6954" y="1645"/>
                  </a:cubicBezTo>
                  <a:cubicBezTo>
                    <a:pt x="6735" y="1645"/>
                    <a:pt x="6552" y="1458"/>
                    <a:pt x="6552" y="1239"/>
                  </a:cubicBezTo>
                  <a:lnTo>
                    <a:pt x="6552" y="1"/>
                  </a:lnTo>
                  <a:lnTo>
                    <a:pt x="5730" y="1"/>
                  </a:lnTo>
                  <a:lnTo>
                    <a:pt x="5730" y="1239"/>
                  </a:lnTo>
                  <a:cubicBezTo>
                    <a:pt x="5730" y="1458"/>
                    <a:pt x="5543" y="1645"/>
                    <a:pt x="5324" y="1645"/>
                  </a:cubicBezTo>
                  <a:cubicBezTo>
                    <a:pt x="5094" y="1645"/>
                    <a:pt x="4908" y="1458"/>
                    <a:pt x="4908" y="1239"/>
                  </a:cubicBezTo>
                  <a:lnTo>
                    <a:pt x="4908" y="1"/>
                  </a:lnTo>
                  <a:lnTo>
                    <a:pt x="4086" y="1"/>
                  </a:lnTo>
                  <a:lnTo>
                    <a:pt x="4086" y="1239"/>
                  </a:lnTo>
                  <a:cubicBezTo>
                    <a:pt x="4086" y="1458"/>
                    <a:pt x="3913" y="1645"/>
                    <a:pt x="3680" y="1645"/>
                  </a:cubicBezTo>
                  <a:cubicBezTo>
                    <a:pt x="3461" y="1645"/>
                    <a:pt x="3275" y="1458"/>
                    <a:pt x="3275" y="1239"/>
                  </a:cubicBezTo>
                  <a:lnTo>
                    <a:pt x="3275" y="1"/>
                  </a:lnTo>
                  <a:lnTo>
                    <a:pt x="2455" y="1"/>
                  </a:lnTo>
                  <a:lnTo>
                    <a:pt x="2455" y="1239"/>
                  </a:lnTo>
                  <a:cubicBezTo>
                    <a:pt x="2455" y="1458"/>
                    <a:pt x="2269" y="1645"/>
                    <a:pt x="2050" y="1645"/>
                  </a:cubicBezTo>
                  <a:cubicBezTo>
                    <a:pt x="1817" y="1645"/>
                    <a:pt x="1633" y="1458"/>
                    <a:pt x="1633" y="1239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5"/>
            <p:cNvSpPr/>
            <p:nvPr/>
          </p:nvSpPr>
          <p:spPr>
            <a:xfrm>
              <a:off x="2678913" y="3694975"/>
              <a:ext cx="20500" cy="20225"/>
            </a:xfrm>
            <a:custGeom>
              <a:rect b="b" l="l" r="r" t="t"/>
              <a:pathLst>
                <a:path extrusionOk="0" h="809" w="820">
                  <a:moveTo>
                    <a:pt x="403" y="0"/>
                  </a:moveTo>
                  <a:cubicBezTo>
                    <a:pt x="184" y="0"/>
                    <a:pt x="1" y="173"/>
                    <a:pt x="1" y="406"/>
                  </a:cubicBezTo>
                  <a:lnTo>
                    <a:pt x="1" y="809"/>
                  </a:lnTo>
                  <a:lnTo>
                    <a:pt x="820" y="809"/>
                  </a:lnTo>
                  <a:lnTo>
                    <a:pt x="820" y="406"/>
                  </a:lnTo>
                  <a:cubicBezTo>
                    <a:pt x="820" y="173"/>
                    <a:pt x="636" y="0"/>
                    <a:pt x="4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5"/>
            <p:cNvSpPr/>
            <p:nvPr/>
          </p:nvSpPr>
          <p:spPr>
            <a:xfrm>
              <a:off x="2637813" y="3694975"/>
              <a:ext cx="20575" cy="20225"/>
            </a:xfrm>
            <a:custGeom>
              <a:rect b="b" l="l" r="r" t="t"/>
              <a:pathLst>
                <a:path extrusionOk="0" h="809" w="823">
                  <a:moveTo>
                    <a:pt x="417" y="0"/>
                  </a:moveTo>
                  <a:cubicBezTo>
                    <a:pt x="187" y="0"/>
                    <a:pt x="1" y="173"/>
                    <a:pt x="1" y="406"/>
                  </a:cubicBezTo>
                  <a:lnTo>
                    <a:pt x="1" y="809"/>
                  </a:lnTo>
                  <a:lnTo>
                    <a:pt x="823" y="809"/>
                  </a:lnTo>
                  <a:lnTo>
                    <a:pt x="823" y="406"/>
                  </a:lnTo>
                  <a:cubicBezTo>
                    <a:pt x="823" y="173"/>
                    <a:pt x="636" y="0"/>
                    <a:pt x="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5"/>
            <p:cNvSpPr/>
            <p:nvPr/>
          </p:nvSpPr>
          <p:spPr>
            <a:xfrm>
              <a:off x="2596988" y="3694975"/>
              <a:ext cx="20300" cy="20225"/>
            </a:xfrm>
            <a:custGeom>
              <a:rect b="b" l="l" r="r" t="t"/>
              <a:pathLst>
                <a:path extrusionOk="0" h="809" w="812">
                  <a:moveTo>
                    <a:pt x="406" y="0"/>
                  </a:moveTo>
                  <a:cubicBezTo>
                    <a:pt x="187" y="0"/>
                    <a:pt x="1" y="173"/>
                    <a:pt x="1" y="406"/>
                  </a:cubicBezTo>
                  <a:lnTo>
                    <a:pt x="1" y="809"/>
                  </a:lnTo>
                  <a:lnTo>
                    <a:pt x="812" y="809"/>
                  </a:lnTo>
                  <a:lnTo>
                    <a:pt x="812" y="406"/>
                  </a:lnTo>
                  <a:cubicBezTo>
                    <a:pt x="812" y="173"/>
                    <a:pt x="639" y="0"/>
                    <a:pt x="4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5"/>
            <p:cNvSpPr/>
            <p:nvPr/>
          </p:nvSpPr>
          <p:spPr>
            <a:xfrm>
              <a:off x="2555963" y="3694975"/>
              <a:ext cx="20575" cy="20225"/>
            </a:xfrm>
            <a:custGeom>
              <a:rect b="b" l="l" r="r" t="t"/>
              <a:pathLst>
                <a:path extrusionOk="0" h="809" w="823">
                  <a:moveTo>
                    <a:pt x="417" y="0"/>
                  </a:moveTo>
                  <a:cubicBezTo>
                    <a:pt x="184" y="0"/>
                    <a:pt x="0" y="173"/>
                    <a:pt x="0" y="406"/>
                  </a:cubicBezTo>
                  <a:lnTo>
                    <a:pt x="0" y="809"/>
                  </a:lnTo>
                  <a:lnTo>
                    <a:pt x="822" y="809"/>
                  </a:lnTo>
                  <a:lnTo>
                    <a:pt x="822" y="406"/>
                  </a:lnTo>
                  <a:cubicBezTo>
                    <a:pt x="822" y="173"/>
                    <a:pt x="636" y="0"/>
                    <a:pt x="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5"/>
            <p:cNvSpPr/>
            <p:nvPr/>
          </p:nvSpPr>
          <p:spPr>
            <a:xfrm>
              <a:off x="2670788" y="3838125"/>
              <a:ext cx="120625" cy="120675"/>
            </a:xfrm>
            <a:custGeom>
              <a:rect b="b" l="l" r="r" t="t"/>
              <a:pathLst>
                <a:path extrusionOk="0" h="4827" w="4825">
                  <a:moveTo>
                    <a:pt x="3472" y="1"/>
                  </a:moveTo>
                  <a:lnTo>
                    <a:pt x="1" y="3483"/>
                  </a:lnTo>
                  <a:lnTo>
                    <a:pt x="1342" y="4827"/>
                  </a:lnTo>
                  <a:lnTo>
                    <a:pt x="4824" y="1356"/>
                  </a:lnTo>
                  <a:lnTo>
                    <a:pt x="34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5"/>
            <p:cNvSpPr/>
            <p:nvPr/>
          </p:nvSpPr>
          <p:spPr>
            <a:xfrm>
              <a:off x="2772013" y="3809250"/>
              <a:ext cx="48350" cy="48275"/>
            </a:xfrm>
            <a:custGeom>
              <a:rect b="b" l="l" r="r" t="t"/>
              <a:pathLst>
                <a:path extrusionOk="0" h="1931" w="1934">
                  <a:moveTo>
                    <a:pt x="581" y="0"/>
                  </a:moveTo>
                  <a:lnTo>
                    <a:pt x="0" y="578"/>
                  </a:lnTo>
                  <a:lnTo>
                    <a:pt x="1345" y="1930"/>
                  </a:lnTo>
                  <a:lnTo>
                    <a:pt x="1933" y="1353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5"/>
            <p:cNvSpPr/>
            <p:nvPr/>
          </p:nvSpPr>
          <p:spPr>
            <a:xfrm>
              <a:off x="2800963" y="3765250"/>
              <a:ext cx="65700" cy="63400"/>
            </a:xfrm>
            <a:custGeom>
              <a:rect b="b" l="l" r="r" t="t"/>
              <a:pathLst>
                <a:path extrusionOk="0" h="2536" w="2628">
                  <a:moveTo>
                    <a:pt x="1583" y="0"/>
                  </a:moveTo>
                  <a:cubicBezTo>
                    <a:pt x="1339" y="0"/>
                    <a:pt x="1093" y="93"/>
                    <a:pt x="903" y="277"/>
                  </a:cubicBezTo>
                  <a:lnTo>
                    <a:pt x="0" y="1180"/>
                  </a:lnTo>
                  <a:lnTo>
                    <a:pt x="1353" y="2535"/>
                  </a:lnTo>
                  <a:lnTo>
                    <a:pt x="2255" y="1633"/>
                  </a:lnTo>
                  <a:cubicBezTo>
                    <a:pt x="2628" y="1249"/>
                    <a:pt x="2628" y="650"/>
                    <a:pt x="2255" y="277"/>
                  </a:cubicBezTo>
                  <a:cubicBezTo>
                    <a:pt x="2071" y="93"/>
                    <a:pt x="1828" y="0"/>
                    <a:pt x="1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5"/>
            <p:cNvSpPr/>
            <p:nvPr/>
          </p:nvSpPr>
          <p:spPr>
            <a:xfrm>
              <a:off x="2626838" y="3941150"/>
              <a:ext cx="61600" cy="60725"/>
            </a:xfrm>
            <a:custGeom>
              <a:rect b="b" l="l" r="r" t="t"/>
              <a:pathLst>
                <a:path extrusionOk="0" h="2429" w="2464">
                  <a:moveTo>
                    <a:pt x="1237" y="1"/>
                  </a:moveTo>
                  <a:lnTo>
                    <a:pt x="92" y="1806"/>
                  </a:lnTo>
                  <a:cubicBezTo>
                    <a:pt x="1" y="1967"/>
                    <a:pt x="23" y="2175"/>
                    <a:pt x="151" y="2314"/>
                  </a:cubicBezTo>
                  <a:cubicBezTo>
                    <a:pt x="233" y="2389"/>
                    <a:pt x="339" y="2428"/>
                    <a:pt x="446" y="2428"/>
                  </a:cubicBezTo>
                  <a:cubicBezTo>
                    <a:pt x="519" y="2428"/>
                    <a:pt x="593" y="2410"/>
                    <a:pt x="659" y="2372"/>
                  </a:cubicBezTo>
                  <a:lnTo>
                    <a:pt x="2464" y="1225"/>
                  </a:lnTo>
                  <a:lnTo>
                    <a:pt x="12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0" name="Google Shape;1320;p65"/>
          <p:cNvGrpSpPr/>
          <p:nvPr/>
        </p:nvGrpSpPr>
        <p:grpSpPr>
          <a:xfrm>
            <a:off x="5098388" y="1688988"/>
            <a:ext cx="348050" cy="349175"/>
            <a:chOff x="1001688" y="2568550"/>
            <a:chExt cx="348050" cy="349175"/>
          </a:xfrm>
        </p:grpSpPr>
        <p:sp>
          <p:nvSpPr>
            <p:cNvPr id="1321" name="Google Shape;1321;p65"/>
            <p:cNvSpPr/>
            <p:nvPr/>
          </p:nvSpPr>
          <p:spPr>
            <a:xfrm>
              <a:off x="1141438" y="2660550"/>
              <a:ext cx="13000" cy="17375"/>
            </a:xfrm>
            <a:custGeom>
              <a:rect b="b" l="l" r="r" t="t"/>
              <a:pathLst>
                <a:path extrusionOk="0" h="695" w="520">
                  <a:moveTo>
                    <a:pt x="253" y="0"/>
                  </a:moveTo>
                  <a:lnTo>
                    <a:pt x="0" y="695"/>
                  </a:lnTo>
                  <a:lnTo>
                    <a:pt x="519" y="6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5"/>
            <p:cNvSpPr/>
            <p:nvPr/>
          </p:nvSpPr>
          <p:spPr>
            <a:xfrm>
              <a:off x="1052913" y="2619450"/>
              <a:ext cx="252525" cy="102425"/>
            </a:xfrm>
            <a:custGeom>
              <a:rect b="b" l="l" r="r" t="t"/>
              <a:pathLst>
                <a:path extrusionOk="0" h="4097" w="10101">
                  <a:moveTo>
                    <a:pt x="2303" y="683"/>
                  </a:moveTo>
                  <a:cubicBezTo>
                    <a:pt x="2453" y="683"/>
                    <a:pt x="2580" y="811"/>
                    <a:pt x="2580" y="961"/>
                  </a:cubicBezTo>
                  <a:cubicBezTo>
                    <a:pt x="2580" y="1111"/>
                    <a:pt x="2453" y="1239"/>
                    <a:pt x="2303" y="1239"/>
                  </a:cubicBezTo>
                  <a:lnTo>
                    <a:pt x="1689" y="1239"/>
                  </a:lnTo>
                  <a:lnTo>
                    <a:pt x="1689" y="1758"/>
                  </a:lnTo>
                  <a:lnTo>
                    <a:pt x="2233" y="1758"/>
                  </a:lnTo>
                  <a:cubicBezTo>
                    <a:pt x="2383" y="1758"/>
                    <a:pt x="2500" y="1886"/>
                    <a:pt x="2500" y="2036"/>
                  </a:cubicBezTo>
                  <a:cubicBezTo>
                    <a:pt x="2500" y="2189"/>
                    <a:pt x="2383" y="2302"/>
                    <a:pt x="2233" y="2302"/>
                  </a:cubicBezTo>
                  <a:lnTo>
                    <a:pt x="1689" y="2302"/>
                  </a:lnTo>
                  <a:lnTo>
                    <a:pt x="1689" y="3147"/>
                  </a:lnTo>
                  <a:cubicBezTo>
                    <a:pt x="1689" y="3299"/>
                    <a:pt x="1561" y="3413"/>
                    <a:pt x="1411" y="3413"/>
                  </a:cubicBezTo>
                  <a:cubicBezTo>
                    <a:pt x="1261" y="3413"/>
                    <a:pt x="1145" y="3299"/>
                    <a:pt x="1145" y="3147"/>
                  </a:cubicBezTo>
                  <a:lnTo>
                    <a:pt x="1145" y="961"/>
                  </a:lnTo>
                  <a:cubicBezTo>
                    <a:pt x="1145" y="811"/>
                    <a:pt x="1261" y="683"/>
                    <a:pt x="1411" y="683"/>
                  </a:cubicBezTo>
                  <a:close/>
                  <a:moveTo>
                    <a:pt x="5624" y="683"/>
                  </a:moveTo>
                  <a:cubicBezTo>
                    <a:pt x="5774" y="683"/>
                    <a:pt x="5902" y="811"/>
                    <a:pt x="5902" y="961"/>
                  </a:cubicBezTo>
                  <a:lnTo>
                    <a:pt x="5902" y="1447"/>
                  </a:lnTo>
                  <a:lnTo>
                    <a:pt x="6618" y="786"/>
                  </a:lnTo>
                  <a:cubicBezTo>
                    <a:pt x="6673" y="738"/>
                    <a:pt x="6738" y="715"/>
                    <a:pt x="6802" y="715"/>
                  </a:cubicBezTo>
                  <a:cubicBezTo>
                    <a:pt x="6874" y="715"/>
                    <a:pt x="6945" y="744"/>
                    <a:pt x="7001" y="800"/>
                  </a:cubicBezTo>
                  <a:cubicBezTo>
                    <a:pt x="7104" y="914"/>
                    <a:pt x="7093" y="1089"/>
                    <a:pt x="6987" y="1192"/>
                  </a:cubicBezTo>
                  <a:lnTo>
                    <a:pt x="6099" y="2014"/>
                  </a:lnTo>
                  <a:lnTo>
                    <a:pt x="7071" y="2952"/>
                  </a:lnTo>
                  <a:cubicBezTo>
                    <a:pt x="7174" y="3055"/>
                    <a:pt x="7185" y="3230"/>
                    <a:pt x="7082" y="3333"/>
                  </a:cubicBezTo>
                  <a:cubicBezTo>
                    <a:pt x="7024" y="3391"/>
                    <a:pt x="6954" y="3413"/>
                    <a:pt x="6885" y="3413"/>
                  </a:cubicBezTo>
                  <a:cubicBezTo>
                    <a:pt x="6815" y="3413"/>
                    <a:pt x="6746" y="3391"/>
                    <a:pt x="6688" y="3344"/>
                  </a:cubicBezTo>
                  <a:lnTo>
                    <a:pt x="5902" y="2580"/>
                  </a:lnTo>
                  <a:lnTo>
                    <a:pt x="5902" y="3147"/>
                  </a:lnTo>
                  <a:cubicBezTo>
                    <a:pt x="5902" y="3299"/>
                    <a:pt x="5774" y="3413"/>
                    <a:pt x="5624" y="3413"/>
                  </a:cubicBezTo>
                  <a:cubicBezTo>
                    <a:pt x="5474" y="3413"/>
                    <a:pt x="5357" y="3299"/>
                    <a:pt x="5357" y="3147"/>
                  </a:cubicBezTo>
                  <a:lnTo>
                    <a:pt x="5357" y="961"/>
                  </a:lnTo>
                  <a:cubicBezTo>
                    <a:pt x="5357" y="811"/>
                    <a:pt x="5474" y="683"/>
                    <a:pt x="5624" y="683"/>
                  </a:cubicBezTo>
                  <a:close/>
                  <a:moveTo>
                    <a:pt x="8737" y="683"/>
                  </a:moveTo>
                  <a:cubicBezTo>
                    <a:pt x="8887" y="683"/>
                    <a:pt x="9015" y="811"/>
                    <a:pt x="9015" y="961"/>
                  </a:cubicBezTo>
                  <a:cubicBezTo>
                    <a:pt x="9015" y="1111"/>
                    <a:pt x="8887" y="1239"/>
                    <a:pt x="8737" y="1239"/>
                  </a:cubicBezTo>
                  <a:lnTo>
                    <a:pt x="8087" y="1239"/>
                  </a:lnTo>
                  <a:lnTo>
                    <a:pt x="8087" y="1783"/>
                  </a:lnTo>
                  <a:lnTo>
                    <a:pt x="8668" y="1783"/>
                  </a:lnTo>
                  <a:cubicBezTo>
                    <a:pt x="8817" y="1783"/>
                    <a:pt x="8945" y="1897"/>
                    <a:pt x="8945" y="2050"/>
                  </a:cubicBezTo>
                  <a:cubicBezTo>
                    <a:pt x="8945" y="2200"/>
                    <a:pt x="8817" y="2327"/>
                    <a:pt x="8668" y="2327"/>
                  </a:cubicBezTo>
                  <a:lnTo>
                    <a:pt x="8087" y="2327"/>
                  </a:lnTo>
                  <a:lnTo>
                    <a:pt x="8087" y="2869"/>
                  </a:lnTo>
                  <a:lnTo>
                    <a:pt x="8737" y="2869"/>
                  </a:lnTo>
                  <a:cubicBezTo>
                    <a:pt x="8887" y="2869"/>
                    <a:pt x="9015" y="2997"/>
                    <a:pt x="9015" y="3147"/>
                  </a:cubicBezTo>
                  <a:cubicBezTo>
                    <a:pt x="9015" y="3299"/>
                    <a:pt x="8887" y="3413"/>
                    <a:pt x="8737" y="3413"/>
                  </a:cubicBezTo>
                  <a:lnTo>
                    <a:pt x="7821" y="3413"/>
                  </a:lnTo>
                  <a:cubicBezTo>
                    <a:pt x="7671" y="3413"/>
                    <a:pt x="7543" y="3299"/>
                    <a:pt x="7543" y="3147"/>
                  </a:cubicBezTo>
                  <a:lnTo>
                    <a:pt x="7543" y="961"/>
                  </a:lnTo>
                  <a:cubicBezTo>
                    <a:pt x="7543" y="811"/>
                    <a:pt x="7671" y="683"/>
                    <a:pt x="7821" y="683"/>
                  </a:cubicBezTo>
                  <a:close/>
                  <a:moveTo>
                    <a:pt x="3808" y="683"/>
                  </a:moveTo>
                  <a:cubicBezTo>
                    <a:pt x="3933" y="683"/>
                    <a:pt x="4049" y="764"/>
                    <a:pt x="4097" y="892"/>
                  </a:cubicBezTo>
                  <a:lnTo>
                    <a:pt x="4108" y="892"/>
                  </a:lnTo>
                  <a:lnTo>
                    <a:pt x="4919" y="3044"/>
                  </a:lnTo>
                  <a:cubicBezTo>
                    <a:pt x="4963" y="3194"/>
                    <a:pt x="4894" y="3344"/>
                    <a:pt x="4755" y="3402"/>
                  </a:cubicBezTo>
                  <a:cubicBezTo>
                    <a:pt x="4721" y="3413"/>
                    <a:pt x="4685" y="3413"/>
                    <a:pt x="4663" y="3413"/>
                  </a:cubicBezTo>
                  <a:cubicBezTo>
                    <a:pt x="4546" y="3413"/>
                    <a:pt x="4444" y="3355"/>
                    <a:pt x="4408" y="3241"/>
                  </a:cubicBezTo>
                  <a:lnTo>
                    <a:pt x="4269" y="2883"/>
                  </a:lnTo>
                  <a:lnTo>
                    <a:pt x="3333" y="2883"/>
                  </a:lnTo>
                  <a:lnTo>
                    <a:pt x="3194" y="3241"/>
                  </a:lnTo>
                  <a:cubicBezTo>
                    <a:pt x="3148" y="3351"/>
                    <a:pt x="3038" y="3417"/>
                    <a:pt x="2926" y="3417"/>
                  </a:cubicBezTo>
                  <a:cubicBezTo>
                    <a:pt x="2896" y="3417"/>
                    <a:pt x="2865" y="3412"/>
                    <a:pt x="2836" y="3402"/>
                  </a:cubicBezTo>
                  <a:cubicBezTo>
                    <a:pt x="2697" y="3344"/>
                    <a:pt x="2628" y="3194"/>
                    <a:pt x="2683" y="3044"/>
                  </a:cubicBezTo>
                  <a:lnTo>
                    <a:pt x="3505" y="892"/>
                  </a:lnTo>
                  <a:cubicBezTo>
                    <a:pt x="3552" y="764"/>
                    <a:pt x="3669" y="683"/>
                    <a:pt x="3794" y="683"/>
                  </a:cubicBezTo>
                  <a:close/>
                  <a:moveTo>
                    <a:pt x="417" y="0"/>
                  </a:moveTo>
                  <a:cubicBezTo>
                    <a:pt x="184" y="0"/>
                    <a:pt x="1" y="186"/>
                    <a:pt x="1" y="417"/>
                  </a:cubicBezTo>
                  <a:lnTo>
                    <a:pt x="1" y="3691"/>
                  </a:lnTo>
                  <a:cubicBezTo>
                    <a:pt x="1" y="3910"/>
                    <a:pt x="184" y="4096"/>
                    <a:pt x="417" y="4096"/>
                  </a:cubicBezTo>
                  <a:lnTo>
                    <a:pt x="9695" y="4096"/>
                  </a:lnTo>
                  <a:cubicBezTo>
                    <a:pt x="9917" y="4096"/>
                    <a:pt x="10100" y="3910"/>
                    <a:pt x="10100" y="3691"/>
                  </a:cubicBezTo>
                  <a:lnTo>
                    <a:pt x="10100" y="417"/>
                  </a:lnTo>
                  <a:cubicBezTo>
                    <a:pt x="10100" y="186"/>
                    <a:pt x="9917" y="0"/>
                    <a:pt x="9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5"/>
            <p:cNvSpPr/>
            <p:nvPr/>
          </p:nvSpPr>
          <p:spPr>
            <a:xfrm>
              <a:off x="1172388" y="2786625"/>
              <a:ext cx="20500" cy="20575"/>
            </a:xfrm>
            <a:custGeom>
              <a:rect b="b" l="l" r="r" t="t"/>
              <a:pathLst>
                <a:path extrusionOk="0" h="823" w="820">
                  <a:moveTo>
                    <a:pt x="1" y="0"/>
                  </a:moveTo>
                  <a:lnTo>
                    <a:pt x="1" y="822"/>
                  </a:lnTo>
                  <a:lnTo>
                    <a:pt x="820" y="822"/>
                  </a:lnTo>
                  <a:lnTo>
                    <a:pt x="8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5"/>
            <p:cNvSpPr/>
            <p:nvPr/>
          </p:nvSpPr>
          <p:spPr>
            <a:xfrm>
              <a:off x="1001688" y="2568550"/>
              <a:ext cx="256600" cy="349175"/>
            </a:xfrm>
            <a:custGeom>
              <a:rect b="b" l="l" r="r" t="t"/>
              <a:pathLst>
                <a:path extrusionOk="0" h="13967" w="10264">
                  <a:moveTo>
                    <a:pt x="3149" y="7915"/>
                  </a:moveTo>
                  <a:cubicBezTo>
                    <a:pt x="3369" y="7915"/>
                    <a:pt x="3552" y="8087"/>
                    <a:pt x="3552" y="8321"/>
                  </a:cubicBezTo>
                  <a:cubicBezTo>
                    <a:pt x="3552" y="8551"/>
                    <a:pt x="3369" y="8723"/>
                    <a:pt x="3149" y="8723"/>
                  </a:cubicBezTo>
                  <a:lnTo>
                    <a:pt x="1505" y="8723"/>
                  </a:lnTo>
                  <a:cubicBezTo>
                    <a:pt x="1286" y="8723"/>
                    <a:pt x="1100" y="8551"/>
                    <a:pt x="1100" y="8321"/>
                  </a:cubicBezTo>
                  <a:cubicBezTo>
                    <a:pt x="1100" y="8087"/>
                    <a:pt x="1286" y="7915"/>
                    <a:pt x="1505" y="7915"/>
                  </a:cubicBezTo>
                  <a:close/>
                  <a:moveTo>
                    <a:pt x="3149" y="9545"/>
                  </a:moveTo>
                  <a:cubicBezTo>
                    <a:pt x="3369" y="9545"/>
                    <a:pt x="3552" y="9731"/>
                    <a:pt x="3552" y="9962"/>
                  </a:cubicBezTo>
                  <a:cubicBezTo>
                    <a:pt x="3552" y="10181"/>
                    <a:pt x="3369" y="10367"/>
                    <a:pt x="3149" y="10367"/>
                  </a:cubicBezTo>
                  <a:lnTo>
                    <a:pt x="1505" y="10367"/>
                  </a:lnTo>
                  <a:cubicBezTo>
                    <a:pt x="1286" y="10367"/>
                    <a:pt x="1100" y="10181"/>
                    <a:pt x="1100" y="9962"/>
                  </a:cubicBezTo>
                  <a:cubicBezTo>
                    <a:pt x="1100" y="9731"/>
                    <a:pt x="1286" y="9545"/>
                    <a:pt x="1505" y="9545"/>
                  </a:cubicBezTo>
                  <a:close/>
                  <a:moveTo>
                    <a:pt x="8053" y="7915"/>
                  </a:moveTo>
                  <a:cubicBezTo>
                    <a:pt x="8287" y="7915"/>
                    <a:pt x="8470" y="8087"/>
                    <a:pt x="8470" y="8321"/>
                  </a:cubicBezTo>
                  <a:lnTo>
                    <a:pt x="8470" y="9962"/>
                  </a:lnTo>
                  <a:cubicBezTo>
                    <a:pt x="8470" y="10181"/>
                    <a:pt x="8287" y="10367"/>
                    <a:pt x="8053" y="10367"/>
                  </a:cubicBezTo>
                  <a:lnTo>
                    <a:pt x="6423" y="10367"/>
                  </a:lnTo>
                  <a:cubicBezTo>
                    <a:pt x="6190" y="10367"/>
                    <a:pt x="6007" y="10181"/>
                    <a:pt x="6007" y="9962"/>
                  </a:cubicBezTo>
                  <a:lnTo>
                    <a:pt x="6007" y="8321"/>
                  </a:lnTo>
                  <a:cubicBezTo>
                    <a:pt x="6007" y="8087"/>
                    <a:pt x="6190" y="7915"/>
                    <a:pt x="6423" y="7915"/>
                  </a:cubicBezTo>
                  <a:close/>
                  <a:moveTo>
                    <a:pt x="3149" y="11189"/>
                  </a:moveTo>
                  <a:cubicBezTo>
                    <a:pt x="3369" y="11189"/>
                    <a:pt x="3552" y="11375"/>
                    <a:pt x="3552" y="11595"/>
                  </a:cubicBezTo>
                  <a:cubicBezTo>
                    <a:pt x="3552" y="11825"/>
                    <a:pt x="3369" y="12000"/>
                    <a:pt x="3149" y="12000"/>
                  </a:cubicBezTo>
                  <a:lnTo>
                    <a:pt x="1505" y="12000"/>
                  </a:lnTo>
                  <a:cubicBezTo>
                    <a:pt x="1286" y="12000"/>
                    <a:pt x="1100" y="11825"/>
                    <a:pt x="1100" y="11595"/>
                  </a:cubicBezTo>
                  <a:cubicBezTo>
                    <a:pt x="1100" y="11375"/>
                    <a:pt x="1286" y="11189"/>
                    <a:pt x="1505" y="11189"/>
                  </a:cubicBezTo>
                  <a:close/>
                  <a:moveTo>
                    <a:pt x="8053" y="11189"/>
                  </a:moveTo>
                  <a:cubicBezTo>
                    <a:pt x="8287" y="11189"/>
                    <a:pt x="8470" y="11375"/>
                    <a:pt x="8470" y="11595"/>
                  </a:cubicBezTo>
                  <a:cubicBezTo>
                    <a:pt x="8470" y="11825"/>
                    <a:pt x="8287" y="12000"/>
                    <a:pt x="8053" y="12000"/>
                  </a:cubicBezTo>
                  <a:lnTo>
                    <a:pt x="6423" y="12000"/>
                  </a:lnTo>
                  <a:cubicBezTo>
                    <a:pt x="6190" y="12000"/>
                    <a:pt x="6007" y="11825"/>
                    <a:pt x="6007" y="11595"/>
                  </a:cubicBezTo>
                  <a:cubicBezTo>
                    <a:pt x="6007" y="11375"/>
                    <a:pt x="6190" y="11189"/>
                    <a:pt x="6423" y="11189"/>
                  </a:cubicBezTo>
                  <a:close/>
                  <a:moveTo>
                    <a:pt x="4779" y="7915"/>
                  </a:moveTo>
                  <a:cubicBezTo>
                    <a:pt x="5010" y="7915"/>
                    <a:pt x="5196" y="8087"/>
                    <a:pt x="5196" y="8321"/>
                  </a:cubicBezTo>
                  <a:lnTo>
                    <a:pt x="5196" y="11895"/>
                  </a:lnTo>
                  <a:cubicBezTo>
                    <a:pt x="5196" y="12125"/>
                    <a:pt x="5010" y="12300"/>
                    <a:pt x="4779" y="12300"/>
                  </a:cubicBezTo>
                  <a:cubicBezTo>
                    <a:pt x="4560" y="12300"/>
                    <a:pt x="4374" y="12125"/>
                    <a:pt x="4374" y="11895"/>
                  </a:cubicBezTo>
                  <a:lnTo>
                    <a:pt x="4374" y="8321"/>
                  </a:lnTo>
                  <a:cubicBezTo>
                    <a:pt x="4374" y="8087"/>
                    <a:pt x="4560" y="7915"/>
                    <a:pt x="4779" y="7915"/>
                  </a:cubicBezTo>
                  <a:close/>
                  <a:moveTo>
                    <a:pt x="417" y="1"/>
                  </a:moveTo>
                  <a:cubicBezTo>
                    <a:pt x="186" y="1"/>
                    <a:pt x="0" y="173"/>
                    <a:pt x="0" y="406"/>
                  </a:cubicBezTo>
                  <a:lnTo>
                    <a:pt x="0" y="11917"/>
                  </a:lnTo>
                  <a:cubicBezTo>
                    <a:pt x="0" y="13053"/>
                    <a:pt x="928" y="13966"/>
                    <a:pt x="2050" y="13966"/>
                  </a:cubicBezTo>
                  <a:lnTo>
                    <a:pt x="10264" y="13966"/>
                  </a:lnTo>
                  <a:cubicBezTo>
                    <a:pt x="9825" y="13503"/>
                    <a:pt x="9559" y="12878"/>
                    <a:pt x="9559" y="12195"/>
                  </a:cubicBezTo>
                  <a:lnTo>
                    <a:pt x="9559" y="6954"/>
                  </a:lnTo>
                  <a:lnTo>
                    <a:pt x="2466" y="6954"/>
                  </a:lnTo>
                  <a:cubicBezTo>
                    <a:pt x="1783" y="6954"/>
                    <a:pt x="1239" y="6399"/>
                    <a:pt x="1239" y="5727"/>
                  </a:cubicBezTo>
                  <a:lnTo>
                    <a:pt x="1239" y="2453"/>
                  </a:lnTo>
                  <a:cubicBezTo>
                    <a:pt x="1239" y="1770"/>
                    <a:pt x="1783" y="1225"/>
                    <a:pt x="2466" y="1225"/>
                  </a:cubicBezTo>
                  <a:lnTo>
                    <a:pt x="9559" y="1225"/>
                  </a:lnTo>
                  <a:lnTo>
                    <a:pt x="9559" y="406"/>
                  </a:lnTo>
                  <a:cubicBezTo>
                    <a:pt x="9559" y="173"/>
                    <a:pt x="9372" y="1"/>
                    <a:pt x="91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5"/>
            <p:cNvSpPr/>
            <p:nvPr/>
          </p:nvSpPr>
          <p:spPr>
            <a:xfrm>
              <a:off x="1261188" y="2767525"/>
              <a:ext cx="88550" cy="150200"/>
            </a:xfrm>
            <a:custGeom>
              <a:rect b="b" l="l" r="r" t="t"/>
              <a:pathLst>
                <a:path extrusionOk="0" h="6008" w="3542">
                  <a:moveTo>
                    <a:pt x="2730" y="1"/>
                  </a:moveTo>
                  <a:cubicBezTo>
                    <a:pt x="2280" y="1"/>
                    <a:pt x="1908" y="373"/>
                    <a:pt x="1908" y="823"/>
                  </a:cubicBezTo>
                  <a:lnTo>
                    <a:pt x="1908" y="2594"/>
                  </a:lnTo>
                  <a:cubicBezTo>
                    <a:pt x="1908" y="3055"/>
                    <a:pt x="1539" y="3416"/>
                    <a:pt x="1086" y="3416"/>
                  </a:cubicBezTo>
                  <a:lnTo>
                    <a:pt x="1" y="3416"/>
                  </a:lnTo>
                  <a:lnTo>
                    <a:pt x="1" y="4236"/>
                  </a:lnTo>
                  <a:cubicBezTo>
                    <a:pt x="1" y="5221"/>
                    <a:pt x="786" y="6007"/>
                    <a:pt x="1769" y="6007"/>
                  </a:cubicBezTo>
                  <a:cubicBezTo>
                    <a:pt x="2753" y="6007"/>
                    <a:pt x="3541" y="5221"/>
                    <a:pt x="3541" y="4236"/>
                  </a:cubicBezTo>
                  <a:lnTo>
                    <a:pt x="3541" y="823"/>
                  </a:lnTo>
                  <a:cubicBezTo>
                    <a:pt x="3541" y="373"/>
                    <a:pt x="3183" y="1"/>
                    <a:pt x="27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5"/>
            <p:cNvSpPr/>
            <p:nvPr/>
          </p:nvSpPr>
          <p:spPr>
            <a:xfrm>
              <a:off x="1261188" y="2767525"/>
              <a:ext cx="32725" cy="64875"/>
            </a:xfrm>
            <a:custGeom>
              <a:rect b="b" l="l" r="r" t="t"/>
              <a:pathLst>
                <a:path extrusionOk="0" h="2595" w="1309">
                  <a:moveTo>
                    <a:pt x="1" y="1"/>
                  </a:moveTo>
                  <a:lnTo>
                    <a:pt x="1" y="2594"/>
                  </a:lnTo>
                  <a:lnTo>
                    <a:pt x="1086" y="2594"/>
                  </a:lnTo>
                  <a:lnTo>
                    <a:pt x="1086" y="823"/>
                  </a:lnTo>
                  <a:cubicBezTo>
                    <a:pt x="1086" y="523"/>
                    <a:pt x="1170" y="245"/>
                    <a:pt x="13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6"/>
          <p:cNvSpPr txBox="1"/>
          <p:nvPr>
            <p:ph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STACK</a:t>
            </a:r>
            <a:endParaRPr/>
          </a:p>
        </p:txBody>
      </p:sp>
      <p:sp>
        <p:nvSpPr>
          <p:cNvPr id="1332" name="Google Shape;1332;p66"/>
          <p:cNvSpPr txBox="1"/>
          <p:nvPr>
            <p:ph idx="1" type="subTitle"/>
          </p:nvPr>
        </p:nvSpPr>
        <p:spPr>
          <a:xfrm>
            <a:off x="720000" y="2300121"/>
            <a:ext cx="2305500" cy="7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Orbitron"/>
                <a:ea typeface="Orbitron"/>
                <a:cs typeface="Orbitron"/>
                <a:sym typeface="Orbitron"/>
              </a:rPr>
              <a:t>Dash (Python web framework)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</a:rPr>
              <a:t> Frontend Framework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66"/>
          <p:cNvSpPr txBox="1"/>
          <p:nvPr>
            <p:ph idx="4" type="subTitle"/>
          </p:nvPr>
        </p:nvSpPr>
        <p:spPr>
          <a:xfrm>
            <a:off x="3419273" y="2296221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Orbitron"/>
                <a:ea typeface="Orbitron"/>
                <a:cs typeface="Orbitron"/>
                <a:sym typeface="Orbitron"/>
              </a:rPr>
              <a:t>Dash Bootstrap Components (DBC)</a:t>
            </a:r>
            <a:br>
              <a:rPr b="1"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UI Components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66"/>
          <p:cNvSpPr txBox="1"/>
          <p:nvPr>
            <p:ph idx="6" type="subTitle"/>
          </p:nvPr>
        </p:nvSpPr>
        <p:spPr>
          <a:xfrm>
            <a:off x="720000" y="3888453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Orbitron"/>
                <a:ea typeface="Orbitron"/>
                <a:cs typeface="Orbitron"/>
                <a:sym typeface="Orbitron"/>
              </a:rPr>
              <a:t>Plotly Express/Graph Objects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</a:rPr>
              <a:t>Visualization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66"/>
          <p:cNvSpPr txBox="1"/>
          <p:nvPr>
            <p:ph idx="8" type="subTitle"/>
          </p:nvPr>
        </p:nvSpPr>
        <p:spPr>
          <a:xfrm>
            <a:off x="3419273" y="3888453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Orbitron"/>
                <a:ea typeface="Orbitron"/>
                <a:cs typeface="Orbitron"/>
                <a:sym typeface="Orbitron"/>
              </a:rPr>
              <a:t>SciPy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</a:rPr>
              <a:t>Statistical Analysis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66"/>
          <p:cNvSpPr txBox="1"/>
          <p:nvPr>
            <p:ph idx="13" type="subTitle"/>
          </p:nvPr>
        </p:nvSpPr>
        <p:spPr>
          <a:xfrm>
            <a:off x="6118544" y="2296221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Orbitron"/>
                <a:ea typeface="Orbitron"/>
                <a:cs typeface="Orbitron"/>
                <a:sym typeface="Orbitron"/>
              </a:rPr>
              <a:t>Pandas, NumPy</a:t>
            </a:r>
            <a:br>
              <a:rPr b="1" lang="en" sz="1200">
                <a:solidFill>
                  <a:srgbClr val="000000"/>
                </a:solidFill>
                <a:latin typeface="Orbitron"/>
                <a:ea typeface="Orbitron"/>
                <a:cs typeface="Orbitron"/>
                <a:sym typeface="Orbitron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rgbClr val="000000"/>
                </a:solidFill>
              </a:rPr>
              <a:t>Data Processing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66"/>
          <p:cNvSpPr txBox="1"/>
          <p:nvPr>
            <p:ph idx="15" type="subTitle"/>
          </p:nvPr>
        </p:nvSpPr>
        <p:spPr>
          <a:xfrm>
            <a:off x="6118544" y="3888453"/>
            <a:ext cx="2305500" cy="7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Orbitron"/>
                <a:ea typeface="Orbitron"/>
                <a:cs typeface="Orbitron"/>
                <a:sym typeface="Orbitron"/>
              </a:rPr>
              <a:t>Dash Uploader, Base64 encoding</a:t>
            </a:r>
            <a:br>
              <a:rPr b="1" lang="en" sz="1200">
                <a:solidFill>
                  <a:srgbClr val="000000"/>
                </a:solidFill>
                <a:latin typeface="Orbitron"/>
                <a:ea typeface="Orbitron"/>
                <a:cs typeface="Orbitron"/>
                <a:sym typeface="Orbitron"/>
              </a:rPr>
            </a:br>
            <a:r>
              <a:rPr lang="en" sz="1200">
                <a:solidFill>
                  <a:srgbClr val="000000"/>
                </a:solidFill>
              </a:rPr>
              <a:t>File Handling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8" name="Google Shape;133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75" y="1420888"/>
            <a:ext cx="717000" cy="7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6575" y="1420900"/>
            <a:ext cx="677599" cy="67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4100" y="1420900"/>
            <a:ext cx="677601" cy="67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7975" y="3112038"/>
            <a:ext cx="677599" cy="6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2" name="Google Shape;134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6575" y="3112050"/>
            <a:ext cx="717000" cy="7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14097" y="3112037"/>
            <a:ext cx="677601" cy="67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7"/>
          <p:cNvSpPr/>
          <p:nvPr/>
        </p:nvSpPr>
        <p:spPr>
          <a:xfrm>
            <a:off x="801600" y="4081425"/>
            <a:ext cx="1642092" cy="677929"/>
          </a:xfrm>
          <a:custGeom>
            <a:rect b="b" l="l" r="r" t="t"/>
            <a:pathLst>
              <a:path extrusionOk="0" h="9093" w="22308">
                <a:moveTo>
                  <a:pt x="0" y="1"/>
                </a:moveTo>
                <a:lnTo>
                  <a:pt x="0" y="9092"/>
                </a:lnTo>
                <a:lnTo>
                  <a:pt x="22308" y="9092"/>
                </a:lnTo>
                <a:lnTo>
                  <a:pt x="179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88783" rotWithShape="0" algn="bl" dir="5400000" dist="73986">
              <a:schemeClr val="dk1">
                <a:alpha val="18000"/>
              </a:schemeClr>
            </a:outerShdw>
          </a:effectLst>
        </p:spPr>
        <p:txBody>
          <a:bodyPr anchorCtr="0" anchor="ctr" bIns="142025" lIns="142025" spcFirstLastPara="1" rIns="142025" wrap="square" tIns="14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9" name="Google Shape;1349;p67"/>
          <p:cNvGrpSpPr/>
          <p:nvPr/>
        </p:nvGrpSpPr>
        <p:grpSpPr>
          <a:xfrm>
            <a:off x="748011" y="1003195"/>
            <a:ext cx="1898465" cy="3078389"/>
            <a:chOff x="4610997" y="2676153"/>
            <a:chExt cx="1222057" cy="1783849"/>
          </a:xfrm>
        </p:grpSpPr>
        <p:sp>
          <p:nvSpPr>
            <p:cNvPr id="1350" name="Google Shape;1350;p67"/>
            <p:cNvSpPr/>
            <p:nvPr/>
          </p:nvSpPr>
          <p:spPr>
            <a:xfrm>
              <a:off x="4650406" y="2676153"/>
              <a:ext cx="258470" cy="541182"/>
            </a:xfrm>
            <a:custGeom>
              <a:rect b="b" l="l" r="r" t="t"/>
              <a:pathLst>
                <a:path extrusionOk="0" h="14131" w="6749">
                  <a:moveTo>
                    <a:pt x="0" y="1"/>
                  </a:moveTo>
                  <a:lnTo>
                    <a:pt x="0" y="14131"/>
                  </a:lnTo>
                  <a:lnTo>
                    <a:pt x="6749" y="141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7"/>
            <p:cNvSpPr/>
            <p:nvPr/>
          </p:nvSpPr>
          <p:spPr>
            <a:xfrm>
              <a:off x="4610997" y="2909619"/>
              <a:ext cx="39446" cy="217989"/>
            </a:xfrm>
            <a:custGeom>
              <a:rect b="b" l="l" r="r" t="t"/>
              <a:pathLst>
                <a:path extrusionOk="0" h="5692" w="1030">
                  <a:moveTo>
                    <a:pt x="1029" y="1"/>
                  </a:moveTo>
                  <a:cubicBezTo>
                    <a:pt x="1029" y="1"/>
                    <a:pt x="596" y="358"/>
                    <a:pt x="296" y="653"/>
                  </a:cubicBezTo>
                  <a:cubicBezTo>
                    <a:pt x="1" y="929"/>
                    <a:pt x="1" y="1429"/>
                    <a:pt x="1" y="1429"/>
                  </a:cubicBezTo>
                  <a:lnTo>
                    <a:pt x="1" y="4287"/>
                  </a:lnTo>
                  <a:cubicBezTo>
                    <a:pt x="1" y="4463"/>
                    <a:pt x="58" y="4644"/>
                    <a:pt x="196" y="4782"/>
                  </a:cubicBezTo>
                  <a:cubicBezTo>
                    <a:pt x="277" y="4858"/>
                    <a:pt x="377" y="4958"/>
                    <a:pt x="515" y="5039"/>
                  </a:cubicBezTo>
                  <a:cubicBezTo>
                    <a:pt x="834" y="5239"/>
                    <a:pt x="1029" y="5692"/>
                    <a:pt x="1029" y="5692"/>
                  </a:cubicBezTo>
                  <a:lnTo>
                    <a:pt x="10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67"/>
            <p:cNvSpPr/>
            <p:nvPr/>
          </p:nvSpPr>
          <p:spPr>
            <a:xfrm>
              <a:off x="4650406" y="4111763"/>
              <a:ext cx="854341" cy="348239"/>
            </a:xfrm>
            <a:custGeom>
              <a:rect b="b" l="l" r="r" t="t"/>
              <a:pathLst>
                <a:path extrusionOk="0" h="9093" w="22308">
                  <a:moveTo>
                    <a:pt x="0" y="1"/>
                  </a:moveTo>
                  <a:lnTo>
                    <a:pt x="0" y="9092"/>
                  </a:lnTo>
                  <a:lnTo>
                    <a:pt x="22308" y="9092"/>
                  </a:lnTo>
                  <a:lnTo>
                    <a:pt x="179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7"/>
            <p:cNvSpPr/>
            <p:nvPr/>
          </p:nvSpPr>
          <p:spPr>
            <a:xfrm>
              <a:off x="4610997" y="4176334"/>
              <a:ext cx="39446" cy="218909"/>
            </a:xfrm>
            <a:custGeom>
              <a:rect b="b" l="l" r="r" t="t"/>
              <a:pathLst>
                <a:path extrusionOk="0" h="5716" w="1030">
                  <a:moveTo>
                    <a:pt x="1029" y="1"/>
                  </a:moveTo>
                  <a:cubicBezTo>
                    <a:pt x="1029" y="1"/>
                    <a:pt x="596" y="381"/>
                    <a:pt x="296" y="677"/>
                  </a:cubicBezTo>
                  <a:cubicBezTo>
                    <a:pt x="1" y="953"/>
                    <a:pt x="1" y="1453"/>
                    <a:pt x="1" y="1453"/>
                  </a:cubicBezTo>
                  <a:lnTo>
                    <a:pt x="1" y="4310"/>
                  </a:lnTo>
                  <a:cubicBezTo>
                    <a:pt x="1" y="4487"/>
                    <a:pt x="58" y="4668"/>
                    <a:pt x="196" y="4806"/>
                  </a:cubicBezTo>
                  <a:cubicBezTo>
                    <a:pt x="277" y="4882"/>
                    <a:pt x="377" y="4982"/>
                    <a:pt x="515" y="5063"/>
                  </a:cubicBezTo>
                  <a:cubicBezTo>
                    <a:pt x="834" y="5263"/>
                    <a:pt x="1029" y="5715"/>
                    <a:pt x="1029" y="5715"/>
                  </a:cubicBezTo>
                  <a:lnTo>
                    <a:pt x="10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7"/>
            <p:cNvSpPr/>
            <p:nvPr/>
          </p:nvSpPr>
          <p:spPr>
            <a:xfrm>
              <a:off x="4650406" y="3778913"/>
              <a:ext cx="684912" cy="333610"/>
            </a:xfrm>
            <a:custGeom>
              <a:rect b="b" l="l" r="r" t="t"/>
              <a:pathLst>
                <a:path extrusionOk="0" h="8711" w="17884">
                  <a:moveTo>
                    <a:pt x="0" y="0"/>
                  </a:moveTo>
                  <a:lnTo>
                    <a:pt x="0" y="8711"/>
                  </a:lnTo>
                  <a:lnTo>
                    <a:pt x="17883" y="8711"/>
                  </a:lnTo>
                  <a:lnTo>
                    <a:pt x="137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7"/>
            <p:cNvSpPr/>
            <p:nvPr/>
          </p:nvSpPr>
          <p:spPr>
            <a:xfrm>
              <a:off x="4610997" y="3836705"/>
              <a:ext cx="39446" cy="218181"/>
            </a:xfrm>
            <a:custGeom>
              <a:rect b="b" l="l" r="r" t="t"/>
              <a:pathLst>
                <a:path extrusionOk="0" h="5697" w="1030">
                  <a:moveTo>
                    <a:pt x="1029" y="1"/>
                  </a:moveTo>
                  <a:cubicBezTo>
                    <a:pt x="1029" y="1"/>
                    <a:pt x="596" y="377"/>
                    <a:pt x="296" y="653"/>
                  </a:cubicBezTo>
                  <a:cubicBezTo>
                    <a:pt x="1" y="953"/>
                    <a:pt x="1" y="1430"/>
                    <a:pt x="1" y="1430"/>
                  </a:cubicBezTo>
                  <a:lnTo>
                    <a:pt x="1" y="4287"/>
                  </a:lnTo>
                  <a:cubicBezTo>
                    <a:pt x="1" y="4487"/>
                    <a:pt x="58" y="4663"/>
                    <a:pt x="196" y="4782"/>
                  </a:cubicBezTo>
                  <a:cubicBezTo>
                    <a:pt x="277" y="4882"/>
                    <a:pt x="377" y="4963"/>
                    <a:pt x="515" y="5040"/>
                  </a:cubicBezTo>
                  <a:cubicBezTo>
                    <a:pt x="834" y="5259"/>
                    <a:pt x="1029" y="5697"/>
                    <a:pt x="1029" y="5697"/>
                  </a:cubicBezTo>
                  <a:lnTo>
                    <a:pt x="10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7"/>
            <p:cNvSpPr/>
            <p:nvPr/>
          </p:nvSpPr>
          <p:spPr>
            <a:xfrm>
              <a:off x="4650406" y="3487080"/>
              <a:ext cx="529884" cy="293512"/>
            </a:xfrm>
            <a:custGeom>
              <a:rect b="b" l="l" r="r" t="t"/>
              <a:pathLst>
                <a:path extrusionOk="0" h="7664" w="13836">
                  <a:moveTo>
                    <a:pt x="0" y="0"/>
                  </a:moveTo>
                  <a:lnTo>
                    <a:pt x="0" y="7663"/>
                  </a:lnTo>
                  <a:lnTo>
                    <a:pt x="13835" y="7663"/>
                  </a:lnTo>
                  <a:lnTo>
                    <a:pt x="100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67"/>
            <p:cNvSpPr/>
            <p:nvPr/>
          </p:nvSpPr>
          <p:spPr>
            <a:xfrm>
              <a:off x="4610997" y="3524268"/>
              <a:ext cx="39446" cy="218181"/>
            </a:xfrm>
            <a:custGeom>
              <a:rect b="b" l="l" r="r" t="t"/>
              <a:pathLst>
                <a:path extrusionOk="0" h="5697" w="1030">
                  <a:moveTo>
                    <a:pt x="1029" y="1"/>
                  </a:moveTo>
                  <a:cubicBezTo>
                    <a:pt x="1029" y="1"/>
                    <a:pt x="596" y="382"/>
                    <a:pt x="296" y="658"/>
                  </a:cubicBezTo>
                  <a:cubicBezTo>
                    <a:pt x="1" y="953"/>
                    <a:pt x="1" y="1430"/>
                    <a:pt x="1" y="1430"/>
                  </a:cubicBezTo>
                  <a:lnTo>
                    <a:pt x="1" y="4287"/>
                  </a:lnTo>
                  <a:cubicBezTo>
                    <a:pt x="1" y="4487"/>
                    <a:pt x="58" y="4668"/>
                    <a:pt x="196" y="4787"/>
                  </a:cubicBezTo>
                  <a:cubicBezTo>
                    <a:pt x="277" y="4863"/>
                    <a:pt x="377" y="4963"/>
                    <a:pt x="515" y="5044"/>
                  </a:cubicBezTo>
                  <a:cubicBezTo>
                    <a:pt x="834" y="5263"/>
                    <a:pt x="1029" y="5697"/>
                    <a:pt x="1029" y="5697"/>
                  </a:cubicBezTo>
                  <a:lnTo>
                    <a:pt x="10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7"/>
            <p:cNvSpPr/>
            <p:nvPr/>
          </p:nvSpPr>
          <p:spPr>
            <a:xfrm>
              <a:off x="4650406" y="3217308"/>
              <a:ext cx="386154" cy="269806"/>
            </a:xfrm>
            <a:custGeom>
              <a:rect b="b" l="l" r="r" t="t"/>
              <a:pathLst>
                <a:path extrusionOk="0" h="7045" w="10083">
                  <a:moveTo>
                    <a:pt x="0" y="1"/>
                  </a:moveTo>
                  <a:lnTo>
                    <a:pt x="0" y="7044"/>
                  </a:lnTo>
                  <a:lnTo>
                    <a:pt x="10082" y="7044"/>
                  </a:lnTo>
                  <a:lnTo>
                    <a:pt x="67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67"/>
            <p:cNvSpPr/>
            <p:nvPr/>
          </p:nvSpPr>
          <p:spPr>
            <a:xfrm>
              <a:off x="4610997" y="3243236"/>
              <a:ext cx="39446" cy="218143"/>
            </a:xfrm>
            <a:custGeom>
              <a:rect b="b" l="l" r="r" t="t"/>
              <a:pathLst>
                <a:path extrusionOk="0" h="5696" w="1030">
                  <a:moveTo>
                    <a:pt x="1029" y="0"/>
                  </a:moveTo>
                  <a:cubicBezTo>
                    <a:pt x="1029" y="0"/>
                    <a:pt x="596" y="357"/>
                    <a:pt x="296" y="653"/>
                  </a:cubicBezTo>
                  <a:cubicBezTo>
                    <a:pt x="1" y="933"/>
                    <a:pt x="1" y="1429"/>
                    <a:pt x="1" y="1429"/>
                  </a:cubicBezTo>
                  <a:lnTo>
                    <a:pt x="1" y="4286"/>
                  </a:lnTo>
                  <a:cubicBezTo>
                    <a:pt x="1" y="4462"/>
                    <a:pt x="58" y="4643"/>
                    <a:pt x="196" y="4782"/>
                  </a:cubicBezTo>
                  <a:cubicBezTo>
                    <a:pt x="277" y="4862"/>
                    <a:pt x="377" y="4958"/>
                    <a:pt x="515" y="5039"/>
                  </a:cubicBezTo>
                  <a:cubicBezTo>
                    <a:pt x="834" y="5239"/>
                    <a:pt x="1029" y="5696"/>
                    <a:pt x="1029" y="5696"/>
                  </a:cubicBezTo>
                  <a:lnTo>
                    <a:pt x="10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8783" rotWithShape="0" algn="bl" dir="5400000" dist="73986">
                <a:schemeClr val="dk1">
                  <a:alpha val="18000"/>
                </a:schemeClr>
              </a:outerShdw>
            </a:effectLst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7"/>
            <p:cNvSpPr/>
            <p:nvPr/>
          </p:nvSpPr>
          <p:spPr>
            <a:xfrm>
              <a:off x="4890612" y="3012136"/>
              <a:ext cx="313197" cy="12983"/>
            </a:xfrm>
            <a:custGeom>
              <a:rect b="b" l="l" r="r" t="t"/>
              <a:pathLst>
                <a:path extrusionOk="0" h="339" w="8178">
                  <a:moveTo>
                    <a:pt x="158" y="0"/>
                  </a:moveTo>
                  <a:cubicBezTo>
                    <a:pt x="81" y="0"/>
                    <a:pt x="0" y="81"/>
                    <a:pt x="0" y="177"/>
                  </a:cubicBezTo>
                  <a:cubicBezTo>
                    <a:pt x="0" y="258"/>
                    <a:pt x="81" y="339"/>
                    <a:pt x="158" y="339"/>
                  </a:cubicBezTo>
                  <a:lnTo>
                    <a:pt x="7997" y="339"/>
                  </a:lnTo>
                  <a:cubicBezTo>
                    <a:pt x="8097" y="339"/>
                    <a:pt x="8178" y="258"/>
                    <a:pt x="8178" y="177"/>
                  </a:cubicBezTo>
                  <a:cubicBezTo>
                    <a:pt x="8178" y="81"/>
                    <a:pt x="8097" y="0"/>
                    <a:pt x="7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7"/>
            <p:cNvSpPr/>
            <p:nvPr/>
          </p:nvSpPr>
          <p:spPr>
            <a:xfrm>
              <a:off x="5161112" y="2984025"/>
              <a:ext cx="68438" cy="69165"/>
            </a:xfrm>
            <a:custGeom>
              <a:rect b="b" l="l" r="r" t="t"/>
              <a:pathLst>
                <a:path extrusionOk="0" h="1806" w="1787">
                  <a:moveTo>
                    <a:pt x="895" y="1"/>
                  </a:moveTo>
                  <a:cubicBezTo>
                    <a:pt x="400" y="1"/>
                    <a:pt x="0" y="396"/>
                    <a:pt x="0" y="911"/>
                  </a:cubicBezTo>
                  <a:cubicBezTo>
                    <a:pt x="0" y="1411"/>
                    <a:pt x="400" y="1806"/>
                    <a:pt x="895" y="1806"/>
                  </a:cubicBezTo>
                  <a:cubicBezTo>
                    <a:pt x="1391" y="1806"/>
                    <a:pt x="1786" y="1411"/>
                    <a:pt x="1786" y="911"/>
                  </a:cubicBezTo>
                  <a:cubicBezTo>
                    <a:pt x="1786" y="396"/>
                    <a:pt x="1391" y="1"/>
                    <a:pt x="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7"/>
            <p:cNvSpPr/>
            <p:nvPr/>
          </p:nvSpPr>
          <p:spPr>
            <a:xfrm>
              <a:off x="5057133" y="3339791"/>
              <a:ext cx="296423" cy="12791"/>
            </a:xfrm>
            <a:custGeom>
              <a:rect b="b" l="l" r="r" t="t"/>
              <a:pathLst>
                <a:path extrusionOk="0" h="334" w="7740">
                  <a:moveTo>
                    <a:pt x="158" y="1"/>
                  </a:moveTo>
                  <a:cubicBezTo>
                    <a:pt x="77" y="1"/>
                    <a:pt x="1" y="77"/>
                    <a:pt x="1" y="158"/>
                  </a:cubicBezTo>
                  <a:cubicBezTo>
                    <a:pt x="1" y="258"/>
                    <a:pt x="77" y="334"/>
                    <a:pt x="158" y="334"/>
                  </a:cubicBezTo>
                  <a:lnTo>
                    <a:pt x="7559" y="334"/>
                  </a:lnTo>
                  <a:cubicBezTo>
                    <a:pt x="7659" y="334"/>
                    <a:pt x="7740" y="258"/>
                    <a:pt x="7740" y="158"/>
                  </a:cubicBezTo>
                  <a:cubicBezTo>
                    <a:pt x="7740" y="77"/>
                    <a:pt x="7659" y="1"/>
                    <a:pt x="7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67"/>
            <p:cNvSpPr/>
            <p:nvPr/>
          </p:nvSpPr>
          <p:spPr>
            <a:xfrm>
              <a:off x="5312467" y="3313901"/>
              <a:ext cx="65336" cy="64608"/>
            </a:xfrm>
            <a:custGeom>
              <a:rect b="b" l="l" r="r" t="t"/>
              <a:pathLst>
                <a:path extrusionOk="0" h="1687" w="1706">
                  <a:moveTo>
                    <a:pt x="853" y="0"/>
                  </a:moveTo>
                  <a:cubicBezTo>
                    <a:pt x="377" y="0"/>
                    <a:pt x="1" y="377"/>
                    <a:pt x="1" y="834"/>
                  </a:cubicBezTo>
                  <a:cubicBezTo>
                    <a:pt x="1" y="1310"/>
                    <a:pt x="377" y="1686"/>
                    <a:pt x="853" y="1686"/>
                  </a:cubicBezTo>
                  <a:cubicBezTo>
                    <a:pt x="1330" y="1686"/>
                    <a:pt x="1706" y="1310"/>
                    <a:pt x="1706" y="834"/>
                  </a:cubicBezTo>
                  <a:cubicBezTo>
                    <a:pt x="1706" y="377"/>
                    <a:pt x="1330" y="0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7"/>
            <p:cNvSpPr/>
            <p:nvPr/>
          </p:nvSpPr>
          <p:spPr>
            <a:xfrm>
              <a:off x="5181717" y="3626506"/>
              <a:ext cx="295695" cy="12983"/>
            </a:xfrm>
            <a:custGeom>
              <a:rect b="b" l="l" r="r" t="t"/>
              <a:pathLst>
                <a:path extrusionOk="0" h="339" w="7721">
                  <a:moveTo>
                    <a:pt x="157" y="0"/>
                  </a:moveTo>
                  <a:cubicBezTo>
                    <a:pt x="81" y="0"/>
                    <a:pt x="0" y="81"/>
                    <a:pt x="0" y="177"/>
                  </a:cubicBezTo>
                  <a:cubicBezTo>
                    <a:pt x="0" y="258"/>
                    <a:pt x="81" y="338"/>
                    <a:pt x="157" y="338"/>
                  </a:cubicBezTo>
                  <a:lnTo>
                    <a:pt x="7558" y="338"/>
                  </a:lnTo>
                  <a:cubicBezTo>
                    <a:pt x="7658" y="338"/>
                    <a:pt x="7720" y="258"/>
                    <a:pt x="7720" y="177"/>
                  </a:cubicBezTo>
                  <a:cubicBezTo>
                    <a:pt x="7720" y="81"/>
                    <a:pt x="7658" y="0"/>
                    <a:pt x="7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67"/>
            <p:cNvSpPr/>
            <p:nvPr/>
          </p:nvSpPr>
          <p:spPr>
            <a:xfrm>
              <a:off x="5437051" y="3600617"/>
              <a:ext cx="65336" cy="65489"/>
            </a:xfrm>
            <a:custGeom>
              <a:rect b="b" l="l" r="r" t="t"/>
              <a:pathLst>
                <a:path extrusionOk="0" h="1710" w="1706">
                  <a:moveTo>
                    <a:pt x="853" y="0"/>
                  </a:moveTo>
                  <a:cubicBezTo>
                    <a:pt x="377" y="0"/>
                    <a:pt x="1" y="376"/>
                    <a:pt x="1" y="853"/>
                  </a:cubicBezTo>
                  <a:cubicBezTo>
                    <a:pt x="1" y="1310"/>
                    <a:pt x="377" y="1710"/>
                    <a:pt x="853" y="1710"/>
                  </a:cubicBezTo>
                  <a:cubicBezTo>
                    <a:pt x="1329" y="1710"/>
                    <a:pt x="1706" y="1310"/>
                    <a:pt x="1706" y="853"/>
                  </a:cubicBezTo>
                  <a:cubicBezTo>
                    <a:pt x="1706" y="376"/>
                    <a:pt x="1329" y="0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7"/>
            <p:cNvSpPr/>
            <p:nvPr/>
          </p:nvSpPr>
          <p:spPr>
            <a:xfrm>
              <a:off x="5338931" y="3939132"/>
              <a:ext cx="295695" cy="12983"/>
            </a:xfrm>
            <a:custGeom>
              <a:rect b="b" l="l" r="r" t="t"/>
              <a:pathLst>
                <a:path extrusionOk="0" h="339" w="7721">
                  <a:moveTo>
                    <a:pt x="162" y="1"/>
                  </a:moveTo>
                  <a:cubicBezTo>
                    <a:pt x="62" y="1"/>
                    <a:pt x="1" y="81"/>
                    <a:pt x="1" y="181"/>
                  </a:cubicBezTo>
                  <a:cubicBezTo>
                    <a:pt x="1" y="262"/>
                    <a:pt x="62" y="339"/>
                    <a:pt x="162" y="339"/>
                  </a:cubicBezTo>
                  <a:lnTo>
                    <a:pt x="7563" y="339"/>
                  </a:lnTo>
                  <a:cubicBezTo>
                    <a:pt x="7644" y="339"/>
                    <a:pt x="7720" y="262"/>
                    <a:pt x="7720" y="181"/>
                  </a:cubicBezTo>
                  <a:cubicBezTo>
                    <a:pt x="7720" y="81"/>
                    <a:pt x="7644" y="1"/>
                    <a:pt x="7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67"/>
            <p:cNvSpPr/>
            <p:nvPr/>
          </p:nvSpPr>
          <p:spPr>
            <a:xfrm>
              <a:off x="5594265" y="3913434"/>
              <a:ext cx="65527" cy="64570"/>
            </a:xfrm>
            <a:custGeom>
              <a:rect b="b" l="l" r="r" t="t"/>
              <a:pathLst>
                <a:path extrusionOk="0" h="1686" w="1711">
                  <a:moveTo>
                    <a:pt x="858" y="0"/>
                  </a:moveTo>
                  <a:cubicBezTo>
                    <a:pt x="382" y="0"/>
                    <a:pt x="1" y="376"/>
                    <a:pt x="1" y="852"/>
                  </a:cubicBezTo>
                  <a:cubicBezTo>
                    <a:pt x="1" y="1310"/>
                    <a:pt x="382" y="1686"/>
                    <a:pt x="858" y="1686"/>
                  </a:cubicBezTo>
                  <a:cubicBezTo>
                    <a:pt x="1311" y="1686"/>
                    <a:pt x="1711" y="1310"/>
                    <a:pt x="1711" y="852"/>
                  </a:cubicBezTo>
                  <a:cubicBezTo>
                    <a:pt x="1711" y="376"/>
                    <a:pt x="1311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67"/>
            <p:cNvSpPr/>
            <p:nvPr/>
          </p:nvSpPr>
          <p:spPr>
            <a:xfrm>
              <a:off x="5512192" y="4279760"/>
              <a:ext cx="296423" cy="12255"/>
            </a:xfrm>
            <a:custGeom>
              <a:rect b="b" l="l" r="r" t="t"/>
              <a:pathLst>
                <a:path extrusionOk="0" h="320" w="7740">
                  <a:moveTo>
                    <a:pt x="163" y="0"/>
                  </a:moveTo>
                  <a:cubicBezTo>
                    <a:pt x="82" y="0"/>
                    <a:pt x="1" y="62"/>
                    <a:pt x="1" y="162"/>
                  </a:cubicBezTo>
                  <a:cubicBezTo>
                    <a:pt x="1" y="258"/>
                    <a:pt x="82" y="319"/>
                    <a:pt x="163" y="319"/>
                  </a:cubicBezTo>
                  <a:lnTo>
                    <a:pt x="7564" y="319"/>
                  </a:lnTo>
                  <a:cubicBezTo>
                    <a:pt x="7664" y="319"/>
                    <a:pt x="7740" y="258"/>
                    <a:pt x="7740" y="162"/>
                  </a:cubicBezTo>
                  <a:cubicBezTo>
                    <a:pt x="7740" y="62"/>
                    <a:pt x="7664" y="0"/>
                    <a:pt x="7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7"/>
            <p:cNvSpPr/>
            <p:nvPr/>
          </p:nvSpPr>
          <p:spPr>
            <a:xfrm>
              <a:off x="5767565" y="4253143"/>
              <a:ext cx="65489" cy="65489"/>
            </a:xfrm>
            <a:custGeom>
              <a:rect b="b" l="l" r="r" t="t"/>
              <a:pathLst>
                <a:path extrusionOk="0" h="1710" w="1710">
                  <a:moveTo>
                    <a:pt x="857" y="0"/>
                  </a:moveTo>
                  <a:cubicBezTo>
                    <a:pt x="381" y="0"/>
                    <a:pt x="0" y="381"/>
                    <a:pt x="0" y="857"/>
                  </a:cubicBezTo>
                  <a:cubicBezTo>
                    <a:pt x="0" y="1334"/>
                    <a:pt x="381" y="1710"/>
                    <a:pt x="857" y="1710"/>
                  </a:cubicBezTo>
                  <a:cubicBezTo>
                    <a:pt x="1334" y="1710"/>
                    <a:pt x="1710" y="1334"/>
                    <a:pt x="1710" y="857"/>
                  </a:cubicBezTo>
                  <a:cubicBezTo>
                    <a:pt x="1710" y="381"/>
                    <a:pt x="1334" y="0"/>
                    <a:pt x="8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025" lIns="142025" spcFirstLastPara="1" rIns="142025" wrap="square" tIns="142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0" name="Google Shape;1370;p67"/>
          <p:cNvSpPr/>
          <p:nvPr/>
        </p:nvSpPr>
        <p:spPr>
          <a:xfrm>
            <a:off x="748055" y="4182461"/>
            <a:ext cx="61280" cy="338943"/>
          </a:xfrm>
          <a:custGeom>
            <a:rect b="b" l="l" r="r" t="t"/>
            <a:pathLst>
              <a:path extrusionOk="0" h="5697" w="1030">
                <a:moveTo>
                  <a:pt x="1029" y="1"/>
                </a:moveTo>
                <a:cubicBezTo>
                  <a:pt x="1029" y="1"/>
                  <a:pt x="596" y="382"/>
                  <a:pt x="296" y="658"/>
                </a:cubicBezTo>
                <a:cubicBezTo>
                  <a:pt x="1" y="953"/>
                  <a:pt x="1" y="1430"/>
                  <a:pt x="1" y="1430"/>
                </a:cubicBezTo>
                <a:lnTo>
                  <a:pt x="1" y="4287"/>
                </a:lnTo>
                <a:cubicBezTo>
                  <a:pt x="1" y="4487"/>
                  <a:pt x="58" y="4668"/>
                  <a:pt x="196" y="4787"/>
                </a:cubicBezTo>
                <a:cubicBezTo>
                  <a:pt x="277" y="4863"/>
                  <a:pt x="377" y="4963"/>
                  <a:pt x="515" y="5044"/>
                </a:cubicBezTo>
                <a:cubicBezTo>
                  <a:pt x="834" y="5263"/>
                  <a:pt x="1029" y="5697"/>
                  <a:pt x="1029" y="5697"/>
                </a:cubicBezTo>
                <a:lnTo>
                  <a:pt x="10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88783" rotWithShape="0" algn="bl" dir="5400000" dist="73986">
              <a:schemeClr val="dk1">
                <a:alpha val="18000"/>
              </a:schemeClr>
            </a:outerShdw>
          </a:effectLst>
        </p:spPr>
        <p:txBody>
          <a:bodyPr anchorCtr="0" anchor="ctr" bIns="142025" lIns="142025" spcFirstLastPara="1" rIns="142025" wrap="square" tIns="14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67"/>
          <p:cNvSpPr/>
          <p:nvPr/>
        </p:nvSpPr>
        <p:spPr>
          <a:xfrm>
            <a:off x="2308069" y="4341839"/>
            <a:ext cx="459361" cy="20169"/>
          </a:xfrm>
          <a:custGeom>
            <a:rect b="b" l="l" r="r" t="t"/>
            <a:pathLst>
              <a:path extrusionOk="0" h="339" w="7721">
                <a:moveTo>
                  <a:pt x="157" y="0"/>
                </a:moveTo>
                <a:cubicBezTo>
                  <a:pt x="81" y="0"/>
                  <a:pt x="0" y="81"/>
                  <a:pt x="0" y="177"/>
                </a:cubicBezTo>
                <a:cubicBezTo>
                  <a:pt x="0" y="258"/>
                  <a:pt x="81" y="338"/>
                  <a:pt x="157" y="338"/>
                </a:cubicBezTo>
                <a:lnTo>
                  <a:pt x="7558" y="338"/>
                </a:lnTo>
                <a:cubicBezTo>
                  <a:pt x="7658" y="338"/>
                  <a:pt x="7720" y="258"/>
                  <a:pt x="7720" y="177"/>
                </a:cubicBezTo>
                <a:cubicBezTo>
                  <a:pt x="7720" y="81"/>
                  <a:pt x="7658" y="0"/>
                  <a:pt x="75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42025" lIns="142025" spcFirstLastPara="1" rIns="142025" wrap="square" tIns="14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67"/>
          <p:cNvSpPr/>
          <p:nvPr/>
        </p:nvSpPr>
        <p:spPr>
          <a:xfrm>
            <a:off x="2767430" y="4301057"/>
            <a:ext cx="101498" cy="101736"/>
          </a:xfrm>
          <a:custGeom>
            <a:rect b="b" l="l" r="r" t="t"/>
            <a:pathLst>
              <a:path extrusionOk="0" h="1710" w="1706">
                <a:moveTo>
                  <a:pt x="853" y="0"/>
                </a:moveTo>
                <a:cubicBezTo>
                  <a:pt x="377" y="0"/>
                  <a:pt x="1" y="376"/>
                  <a:pt x="1" y="853"/>
                </a:cubicBezTo>
                <a:cubicBezTo>
                  <a:pt x="1" y="1310"/>
                  <a:pt x="377" y="1710"/>
                  <a:pt x="853" y="1710"/>
                </a:cubicBezTo>
                <a:cubicBezTo>
                  <a:pt x="1329" y="1710"/>
                  <a:pt x="1706" y="1310"/>
                  <a:pt x="1706" y="853"/>
                </a:cubicBezTo>
                <a:cubicBezTo>
                  <a:pt x="1706" y="376"/>
                  <a:pt x="1329" y="0"/>
                  <a:pt x="85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42025" lIns="142025" spcFirstLastPara="1" rIns="142025" wrap="square" tIns="14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67"/>
          <p:cNvSpPr/>
          <p:nvPr/>
        </p:nvSpPr>
        <p:spPr>
          <a:xfrm>
            <a:off x="1795850" y="1376600"/>
            <a:ext cx="3678600" cy="339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STEP 1: FILE UPLOAD</a:t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74" name="Google Shape;1374;p67"/>
          <p:cNvSpPr/>
          <p:nvPr/>
        </p:nvSpPr>
        <p:spPr>
          <a:xfrm>
            <a:off x="2030625" y="1956350"/>
            <a:ext cx="4425300" cy="339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STEP 2: DATA COMPILATION</a:t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75" name="Google Shape;1375;p67"/>
          <p:cNvSpPr/>
          <p:nvPr/>
        </p:nvSpPr>
        <p:spPr>
          <a:xfrm>
            <a:off x="2215025" y="2536100"/>
            <a:ext cx="4753200" cy="339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STEP 3: QUALITY ANALYSIS</a:t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76" name="Google Shape;1376;p67"/>
          <p:cNvSpPr/>
          <p:nvPr/>
        </p:nvSpPr>
        <p:spPr>
          <a:xfrm>
            <a:off x="2443700" y="3040150"/>
            <a:ext cx="5090100" cy="3390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STEP 4: INTERACTIVE CLEANING</a:t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77" name="Google Shape;1377;p67"/>
          <p:cNvSpPr/>
          <p:nvPr/>
        </p:nvSpPr>
        <p:spPr>
          <a:xfrm>
            <a:off x="2722575" y="3619375"/>
            <a:ext cx="5238000" cy="3390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STEP 5: DATA VISUALIZATION</a:t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78" name="Google Shape;1378;p67"/>
          <p:cNvSpPr/>
          <p:nvPr/>
        </p:nvSpPr>
        <p:spPr>
          <a:xfrm>
            <a:off x="2949675" y="4198600"/>
            <a:ext cx="5238000" cy="339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STEP 6: FILE EXPORT</a:t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79" name="Google Shape;1379;p67"/>
          <p:cNvSpPr txBox="1"/>
          <p:nvPr>
            <p:ph type="title"/>
          </p:nvPr>
        </p:nvSpPr>
        <p:spPr>
          <a:xfrm>
            <a:off x="720000" y="6388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1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1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1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4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1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8"/>
          <p:cNvSpPr txBox="1"/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STEP 1: FILE UPLOAD</a:t>
            </a:r>
            <a:endParaRPr sz="2800"/>
          </a:p>
        </p:txBody>
      </p:sp>
      <p:sp>
        <p:nvSpPr>
          <p:cNvPr id="1385" name="Google Shape;1385;p68"/>
          <p:cNvSpPr/>
          <p:nvPr/>
        </p:nvSpPr>
        <p:spPr>
          <a:xfrm>
            <a:off x="4891300" y="1625525"/>
            <a:ext cx="2749200" cy="2664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86" name="Google Shape;1386;p68"/>
          <p:cNvSpPr/>
          <p:nvPr/>
        </p:nvSpPr>
        <p:spPr>
          <a:xfrm>
            <a:off x="1558000" y="1625525"/>
            <a:ext cx="2749200" cy="2664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87" name="Google Shape;1387;p68"/>
          <p:cNvSpPr/>
          <p:nvPr/>
        </p:nvSpPr>
        <p:spPr>
          <a:xfrm>
            <a:off x="1734250" y="1925700"/>
            <a:ext cx="2235600" cy="338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68"/>
          <p:cNvSpPr txBox="1"/>
          <p:nvPr>
            <p:ph idx="4" type="subTitle"/>
          </p:nvPr>
        </p:nvSpPr>
        <p:spPr>
          <a:xfrm>
            <a:off x="2039650" y="1925703"/>
            <a:ext cx="1624800" cy="3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FEATURES</a:t>
            </a:r>
            <a:endParaRPr/>
          </a:p>
        </p:txBody>
      </p:sp>
      <p:sp>
        <p:nvSpPr>
          <p:cNvPr id="1389" name="Google Shape;1389;p68"/>
          <p:cNvSpPr txBox="1"/>
          <p:nvPr>
            <p:ph idx="1" type="subTitle"/>
          </p:nvPr>
        </p:nvSpPr>
        <p:spPr>
          <a:xfrm>
            <a:off x="1734250" y="2391850"/>
            <a:ext cx="2235600" cy="15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CSV, XLSX, XLSM support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Upto 5 files, 200MB each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Optional Template Upload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68"/>
          <p:cNvSpPr/>
          <p:nvPr/>
        </p:nvSpPr>
        <p:spPr>
          <a:xfrm>
            <a:off x="5033650" y="2023725"/>
            <a:ext cx="2464500" cy="338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68"/>
          <p:cNvSpPr txBox="1"/>
          <p:nvPr>
            <p:ph idx="3" type="subTitle"/>
          </p:nvPr>
        </p:nvSpPr>
        <p:spPr>
          <a:xfrm>
            <a:off x="5033650" y="2553975"/>
            <a:ext cx="22356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summary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Header comparison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Preview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68"/>
          <p:cNvSpPr txBox="1"/>
          <p:nvPr>
            <p:ph idx="5" type="subTitle"/>
          </p:nvPr>
        </p:nvSpPr>
        <p:spPr>
          <a:xfrm>
            <a:off x="5017300" y="2023725"/>
            <a:ext cx="2497200" cy="3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AUTO-GENERATED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7" name="Google Shape;1397;p69"/>
          <p:cNvGrpSpPr/>
          <p:nvPr/>
        </p:nvGrpSpPr>
        <p:grpSpPr>
          <a:xfrm>
            <a:off x="1515279" y="1424878"/>
            <a:ext cx="2923810" cy="3108284"/>
            <a:chOff x="486919" y="1114962"/>
            <a:chExt cx="2619901" cy="3541800"/>
          </a:xfrm>
        </p:grpSpPr>
        <p:sp>
          <p:nvSpPr>
            <p:cNvPr id="1398" name="Google Shape;1398;p69"/>
            <p:cNvSpPr/>
            <p:nvPr/>
          </p:nvSpPr>
          <p:spPr>
            <a:xfrm>
              <a:off x="486920" y="1114962"/>
              <a:ext cx="2619900" cy="35418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9"/>
            <p:cNvSpPr/>
            <p:nvPr/>
          </p:nvSpPr>
          <p:spPr>
            <a:xfrm>
              <a:off x="486919" y="1114991"/>
              <a:ext cx="26199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0" name="Google Shape;1400;p69"/>
            <p:cNvGrpSpPr/>
            <p:nvPr/>
          </p:nvGrpSpPr>
          <p:grpSpPr>
            <a:xfrm flipH="1" rot="10800000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401" name="Google Shape;1401;p69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69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69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04" name="Google Shape;1404;p69"/>
          <p:cNvGrpSpPr/>
          <p:nvPr/>
        </p:nvGrpSpPr>
        <p:grpSpPr>
          <a:xfrm>
            <a:off x="4703151" y="1424878"/>
            <a:ext cx="2923844" cy="3108284"/>
            <a:chOff x="91807" y="1114962"/>
            <a:chExt cx="2619932" cy="3541800"/>
          </a:xfrm>
        </p:grpSpPr>
        <p:sp>
          <p:nvSpPr>
            <p:cNvPr id="1405" name="Google Shape;1405;p69"/>
            <p:cNvSpPr/>
            <p:nvPr/>
          </p:nvSpPr>
          <p:spPr>
            <a:xfrm>
              <a:off x="91807" y="1114962"/>
              <a:ext cx="2619900" cy="3541800"/>
            </a:xfrm>
            <a:prstGeom prst="roundRect">
              <a:avLst>
                <a:gd fmla="val 123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9"/>
            <p:cNvSpPr/>
            <p:nvPr/>
          </p:nvSpPr>
          <p:spPr>
            <a:xfrm>
              <a:off x="91839" y="1114991"/>
              <a:ext cx="2619900" cy="3552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9525">
              <a:solidFill>
                <a:srgbClr val="D2D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47625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7" name="Google Shape;1407;p69"/>
            <p:cNvGrpSpPr/>
            <p:nvPr/>
          </p:nvGrpSpPr>
          <p:grpSpPr>
            <a:xfrm flipH="1" rot="10800000">
              <a:off x="229496" y="1244995"/>
              <a:ext cx="429322" cy="93999"/>
              <a:chOff x="5184775" y="744468"/>
              <a:chExt cx="431653" cy="94500"/>
            </a:xfrm>
          </p:grpSpPr>
          <p:sp>
            <p:nvSpPr>
              <p:cNvPr id="1408" name="Google Shape;1408;p69"/>
              <p:cNvSpPr/>
              <p:nvPr/>
            </p:nvSpPr>
            <p:spPr>
              <a:xfrm>
                <a:off x="5184775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69"/>
              <p:cNvSpPr/>
              <p:nvPr/>
            </p:nvSpPr>
            <p:spPr>
              <a:xfrm>
                <a:off x="5353352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rotWithShape="0" algn="bl" dir="5400000" dist="19050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69"/>
              <p:cNvSpPr/>
              <p:nvPr/>
            </p:nvSpPr>
            <p:spPr>
              <a:xfrm>
                <a:off x="5521928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5352EE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1" name="Google Shape;1411;p69"/>
          <p:cNvSpPr/>
          <p:nvPr/>
        </p:nvSpPr>
        <p:spPr>
          <a:xfrm>
            <a:off x="1710000" y="1904000"/>
            <a:ext cx="2611800" cy="338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69"/>
          <p:cNvSpPr/>
          <p:nvPr/>
        </p:nvSpPr>
        <p:spPr>
          <a:xfrm>
            <a:off x="4866050" y="1904000"/>
            <a:ext cx="2611800" cy="338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69"/>
          <p:cNvSpPr txBox="1"/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</a:t>
            </a:r>
            <a:r>
              <a:rPr lang="en"/>
              <a:t>DATA COMPILATION</a:t>
            </a:r>
            <a:endParaRPr/>
          </a:p>
        </p:txBody>
      </p:sp>
      <p:sp>
        <p:nvSpPr>
          <p:cNvPr id="1414" name="Google Shape;1414;p69"/>
          <p:cNvSpPr txBox="1"/>
          <p:nvPr>
            <p:ph idx="3" type="subTitle"/>
          </p:nvPr>
        </p:nvSpPr>
        <p:spPr>
          <a:xfrm>
            <a:off x="1738200" y="1950350"/>
            <a:ext cx="2555400" cy="2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SMART </a:t>
            </a:r>
            <a:r>
              <a:rPr lang="en" sz="1600">
                <a:solidFill>
                  <a:schemeClr val="lt1"/>
                </a:solidFill>
              </a:rPr>
              <a:t>FEATURES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15" name="Google Shape;1415;p69"/>
          <p:cNvSpPr txBox="1"/>
          <p:nvPr>
            <p:ph idx="4" type="subTitle"/>
          </p:nvPr>
        </p:nvSpPr>
        <p:spPr>
          <a:xfrm>
            <a:off x="4859175" y="1904000"/>
            <a:ext cx="2611800" cy="3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AUTO-GENERATED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16" name="Google Shape;1416;p69"/>
          <p:cNvSpPr txBox="1"/>
          <p:nvPr>
            <p:ph idx="1" type="subTitle"/>
          </p:nvPr>
        </p:nvSpPr>
        <p:spPr>
          <a:xfrm>
            <a:off x="1894038" y="2454350"/>
            <a:ext cx="2166300" cy="1803300"/>
          </a:xfrm>
          <a:prstGeom prst="rect">
            <a:avLst/>
          </a:prstGeom>
        </p:spPr>
        <p:txBody>
          <a:bodyPr anchorCtr="0" anchor="ctr" bIns="91425" lIns="45700" spcFirstLastPara="1" rIns="457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Fuzzy header mapping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Manual header mapping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Skip unwanted columns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Quick reset/map all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69"/>
          <p:cNvSpPr txBox="1"/>
          <p:nvPr>
            <p:ph idx="2" type="subTitle"/>
          </p:nvPr>
        </p:nvSpPr>
        <p:spPr>
          <a:xfrm>
            <a:off x="4887375" y="2454350"/>
            <a:ext cx="2555400" cy="14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 different headers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Remove duplicates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Case-insensitive categories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2" name="Google Shape;1422;p70"/>
          <p:cNvGrpSpPr/>
          <p:nvPr/>
        </p:nvGrpSpPr>
        <p:grpSpPr>
          <a:xfrm>
            <a:off x="5257678" y="1265400"/>
            <a:ext cx="3256357" cy="3039000"/>
            <a:chOff x="4572000" y="1047533"/>
            <a:chExt cx="3739500" cy="3039000"/>
          </a:xfrm>
        </p:grpSpPr>
        <p:sp>
          <p:nvSpPr>
            <p:cNvPr id="1423" name="Google Shape;1423;p70"/>
            <p:cNvSpPr/>
            <p:nvPr/>
          </p:nvSpPr>
          <p:spPr>
            <a:xfrm>
              <a:off x="4572000" y="1047533"/>
              <a:ext cx="3739500" cy="3039000"/>
            </a:xfrm>
            <a:prstGeom prst="roundRect">
              <a:avLst>
                <a:gd fmla="val 5555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60000" dist="47625">
                <a:schemeClr val="dk1">
                  <a:alpha val="22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4" name="Google Shape;1424;p70"/>
            <p:cNvGrpSpPr/>
            <p:nvPr/>
          </p:nvGrpSpPr>
          <p:grpSpPr>
            <a:xfrm>
              <a:off x="4789501" y="1149778"/>
              <a:ext cx="3304478" cy="193148"/>
              <a:chOff x="-1778447" y="2950291"/>
              <a:chExt cx="4491000" cy="262500"/>
            </a:xfrm>
          </p:grpSpPr>
          <p:sp>
            <p:nvSpPr>
              <p:cNvPr id="1425" name="Google Shape;1425;p70"/>
              <p:cNvSpPr/>
              <p:nvPr/>
            </p:nvSpPr>
            <p:spPr>
              <a:xfrm>
                <a:off x="-1778447" y="2950291"/>
                <a:ext cx="4491000" cy="262500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 cap="flat" cmpd="sng" w="9525">
                <a:solidFill>
                  <a:srgbClr val="D2D6F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6" name="Google Shape;1426;p70"/>
              <p:cNvGrpSpPr/>
              <p:nvPr/>
            </p:nvGrpSpPr>
            <p:grpSpPr>
              <a:xfrm flipH="1" rot="10800000">
                <a:off x="-1574342" y="3040565"/>
                <a:ext cx="429322" cy="93999"/>
                <a:chOff x="3710891" y="-1826032"/>
                <a:chExt cx="431653" cy="94500"/>
              </a:xfrm>
            </p:grpSpPr>
            <p:sp>
              <p:nvSpPr>
                <p:cNvPr id="1427" name="Google Shape;1427;p70"/>
                <p:cNvSpPr/>
                <p:nvPr/>
              </p:nvSpPr>
              <p:spPr>
                <a:xfrm>
                  <a:off x="3710891" y="-1826032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8" name="Google Shape;1428;p70"/>
                <p:cNvSpPr/>
                <p:nvPr/>
              </p:nvSpPr>
              <p:spPr>
                <a:xfrm>
                  <a:off x="3879468" y="-1826032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9" name="Google Shape;1429;p70"/>
                <p:cNvSpPr/>
                <p:nvPr/>
              </p:nvSpPr>
              <p:spPr>
                <a:xfrm>
                  <a:off x="4048045" y="-1826032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5352EE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430" name="Google Shape;1430;p70"/>
          <p:cNvSpPr txBox="1"/>
          <p:nvPr>
            <p:ph idx="1" type="subTitle"/>
          </p:nvPr>
        </p:nvSpPr>
        <p:spPr>
          <a:xfrm>
            <a:off x="5804525" y="1989400"/>
            <a:ext cx="2806500" cy="231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Prioritized cleaning steps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Color-coded severity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Column </a:t>
            </a:r>
            <a:r>
              <a:rPr lang="en"/>
              <a:t>recommendations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Summary statistics</a:t>
            </a:r>
            <a:endParaRPr/>
          </a:p>
        </p:txBody>
      </p:sp>
      <p:grpSp>
        <p:nvGrpSpPr>
          <p:cNvPr id="1431" name="Google Shape;1431;p70"/>
          <p:cNvGrpSpPr/>
          <p:nvPr/>
        </p:nvGrpSpPr>
        <p:grpSpPr>
          <a:xfrm>
            <a:off x="4648937" y="1661990"/>
            <a:ext cx="1155593" cy="693670"/>
            <a:chOff x="1451727" y="1370811"/>
            <a:chExt cx="1327047" cy="693670"/>
          </a:xfrm>
        </p:grpSpPr>
        <p:sp>
          <p:nvSpPr>
            <p:cNvPr id="1432" name="Google Shape;1432;p70"/>
            <p:cNvSpPr/>
            <p:nvPr/>
          </p:nvSpPr>
          <p:spPr>
            <a:xfrm>
              <a:off x="1451727" y="1370811"/>
              <a:ext cx="1327047" cy="693670"/>
            </a:xfrm>
            <a:custGeom>
              <a:rect b="b" l="l" r="r" t="t"/>
              <a:pathLst>
                <a:path extrusionOk="0" h="55075" w="105363">
                  <a:moveTo>
                    <a:pt x="7413" y="0"/>
                  </a:moveTo>
                  <a:cubicBezTo>
                    <a:pt x="3320" y="0"/>
                    <a:pt x="0" y="3320"/>
                    <a:pt x="0" y="7397"/>
                  </a:cubicBezTo>
                  <a:lnTo>
                    <a:pt x="0" y="47678"/>
                  </a:lnTo>
                  <a:cubicBezTo>
                    <a:pt x="0" y="51755"/>
                    <a:pt x="3320" y="55074"/>
                    <a:pt x="7413" y="55074"/>
                  </a:cubicBezTo>
                  <a:lnTo>
                    <a:pt x="97950" y="55074"/>
                  </a:lnTo>
                  <a:cubicBezTo>
                    <a:pt x="102045" y="55074"/>
                    <a:pt x="105363" y="51755"/>
                    <a:pt x="105363" y="47678"/>
                  </a:cubicBezTo>
                  <a:lnTo>
                    <a:pt x="105363" y="7397"/>
                  </a:lnTo>
                  <a:cubicBezTo>
                    <a:pt x="105363" y="3320"/>
                    <a:pt x="102045" y="0"/>
                    <a:pt x="97950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70"/>
            <p:cNvSpPr/>
            <p:nvPr/>
          </p:nvSpPr>
          <p:spPr>
            <a:xfrm>
              <a:off x="1897124" y="1552443"/>
              <a:ext cx="746077" cy="85104"/>
            </a:xfrm>
            <a:custGeom>
              <a:rect b="b" l="l" r="r" t="t"/>
              <a:pathLst>
                <a:path extrusionOk="0" h="6757" w="59236">
                  <a:moveTo>
                    <a:pt x="1786" y="0"/>
                  </a:moveTo>
                  <a:cubicBezTo>
                    <a:pt x="792" y="0"/>
                    <a:pt x="0" y="809"/>
                    <a:pt x="0" y="1786"/>
                  </a:cubicBezTo>
                  <a:lnTo>
                    <a:pt x="0" y="4971"/>
                  </a:lnTo>
                  <a:cubicBezTo>
                    <a:pt x="0" y="5964"/>
                    <a:pt x="792" y="6757"/>
                    <a:pt x="1786" y="6757"/>
                  </a:cubicBezTo>
                  <a:lnTo>
                    <a:pt x="57432" y="6757"/>
                  </a:lnTo>
                  <a:cubicBezTo>
                    <a:pt x="58426" y="6757"/>
                    <a:pt x="59235" y="5964"/>
                    <a:pt x="59235" y="4971"/>
                  </a:cubicBezTo>
                  <a:lnTo>
                    <a:pt x="59235" y="1786"/>
                  </a:lnTo>
                  <a:cubicBezTo>
                    <a:pt x="59235" y="809"/>
                    <a:pt x="58426" y="0"/>
                    <a:pt x="57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70"/>
            <p:cNvSpPr/>
            <p:nvPr/>
          </p:nvSpPr>
          <p:spPr>
            <a:xfrm>
              <a:off x="1897124" y="1797731"/>
              <a:ext cx="746077" cy="85117"/>
            </a:xfrm>
            <a:custGeom>
              <a:rect b="b" l="l" r="r" t="t"/>
              <a:pathLst>
                <a:path extrusionOk="0" h="6758" w="59236">
                  <a:moveTo>
                    <a:pt x="1786" y="1"/>
                  </a:moveTo>
                  <a:cubicBezTo>
                    <a:pt x="792" y="1"/>
                    <a:pt x="0" y="809"/>
                    <a:pt x="0" y="1786"/>
                  </a:cubicBezTo>
                  <a:lnTo>
                    <a:pt x="0" y="4971"/>
                  </a:lnTo>
                  <a:cubicBezTo>
                    <a:pt x="0" y="5965"/>
                    <a:pt x="792" y="6757"/>
                    <a:pt x="1786" y="6757"/>
                  </a:cubicBezTo>
                  <a:lnTo>
                    <a:pt x="57432" y="6757"/>
                  </a:lnTo>
                  <a:cubicBezTo>
                    <a:pt x="58426" y="6757"/>
                    <a:pt x="59235" y="5965"/>
                    <a:pt x="59235" y="4971"/>
                  </a:cubicBezTo>
                  <a:lnTo>
                    <a:pt x="59235" y="1786"/>
                  </a:lnTo>
                  <a:cubicBezTo>
                    <a:pt x="59235" y="809"/>
                    <a:pt x="58426" y="1"/>
                    <a:pt x="574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70"/>
            <p:cNvSpPr/>
            <p:nvPr/>
          </p:nvSpPr>
          <p:spPr>
            <a:xfrm>
              <a:off x="1587325" y="1506409"/>
              <a:ext cx="177401" cy="177174"/>
            </a:xfrm>
            <a:custGeom>
              <a:rect b="b" l="l" r="r" t="t"/>
              <a:pathLst>
                <a:path extrusionOk="0" h="14067" w="14085">
                  <a:moveTo>
                    <a:pt x="3588" y="0"/>
                  </a:moveTo>
                  <a:cubicBezTo>
                    <a:pt x="1618" y="0"/>
                    <a:pt x="0" y="1600"/>
                    <a:pt x="0" y="3588"/>
                  </a:cubicBezTo>
                  <a:lnTo>
                    <a:pt x="0" y="10479"/>
                  </a:lnTo>
                  <a:cubicBezTo>
                    <a:pt x="0" y="12467"/>
                    <a:pt x="1618" y="14067"/>
                    <a:pt x="3588" y="14067"/>
                  </a:cubicBezTo>
                  <a:lnTo>
                    <a:pt x="10496" y="14067"/>
                  </a:lnTo>
                  <a:cubicBezTo>
                    <a:pt x="12467" y="14067"/>
                    <a:pt x="14085" y="12467"/>
                    <a:pt x="14085" y="10479"/>
                  </a:cubicBezTo>
                  <a:lnTo>
                    <a:pt x="14085" y="3588"/>
                  </a:lnTo>
                  <a:cubicBezTo>
                    <a:pt x="14085" y="1600"/>
                    <a:pt x="12467" y="0"/>
                    <a:pt x="104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70"/>
            <p:cNvSpPr/>
            <p:nvPr/>
          </p:nvSpPr>
          <p:spPr>
            <a:xfrm>
              <a:off x="1587325" y="1751696"/>
              <a:ext cx="177401" cy="177186"/>
            </a:xfrm>
            <a:custGeom>
              <a:rect b="b" l="l" r="r" t="t"/>
              <a:pathLst>
                <a:path extrusionOk="0" h="14068" w="14085">
                  <a:moveTo>
                    <a:pt x="3588" y="0"/>
                  </a:moveTo>
                  <a:cubicBezTo>
                    <a:pt x="1618" y="0"/>
                    <a:pt x="0" y="1600"/>
                    <a:pt x="0" y="3588"/>
                  </a:cubicBezTo>
                  <a:lnTo>
                    <a:pt x="0" y="10479"/>
                  </a:lnTo>
                  <a:cubicBezTo>
                    <a:pt x="0" y="12467"/>
                    <a:pt x="1618" y="14067"/>
                    <a:pt x="3588" y="14067"/>
                  </a:cubicBezTo>
                  <a:lnTo>
                    <a:pt x="10496" y="14067"/>
                  </a:lnTo>
                  <a:cubicBezTo>
                    <a:pt x="12467" y="14067"/>
                    <a:pt x="14085" y="12467"/>
                    <a:pt x="14085" y="10479"/>
                  </a:cubicBezTo>
                  <a:lnTo>
                    <a:pt x="14085" y="3588"/>
                  </a:lnTo>
                  <a:cubicBezTo>
                    <a:pt x="14085" y="1600"/>
                    <a:pt x="12467" y="0"/>
                    <a:pt x="104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1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70"/>
            <p:cNvSpPr/>
            <p:nvPr/>
          </p:nvSpPr>
          <p:spPr>
            <a:xfrm>
              <a:off x="1620211" y="1802492"/>
              <a:ext cx="111617" cy="75683"/>
            </a:xfrm>
            <a:custGeom>
              <a:rect b="b" l="l" r="r" t="t"/>
              <a:pathLst>
                <a:path extrusionOk="0" h="6009" w="8862">
                  <a:moveTo>
                    <a:pt x="8262" y="1"/>
                  </a:moveTo>
                  <a:cubicBezTo>
                    <a:pt x="8113" y="1"/>
                    <a:pt x="7968" y="60"/>
                    <a:pt x="7868" y="179"/>
                  </a:cubicBezTo>
                  <a:lnTo>
                    <a:pt x="3909" y="4728"/>
                  </a:lnTo>
                  <a:lnTo>
                    <a:pt x="944" y="2201"/>
                  </a:lnTo>
                  <a:cubicBezTo>
                    <a:pt x="838" y="2117"/>
                    <a:pt x="711" y="2075"/>
                    <a:pt x="587" y="2075"/>
                  </a:cubicBezTo>
                  <a:cubicBezTo>
                    <a:pt x="436" y="2075"/>
                    <a:pt x="288" y="2139"/>
                    <a:pt x="186" y="2268"/>
                  </a:cubicBezTo>
                  <a:cubicBezTo>
                    <a:pt x="0" y="2487"/>
                    <a:pt x="18" y="2824"/>
                    <a:pt x="254" y="3010"/>
                  </a:cubicBezTo>
                  <a:lnTo>
                    <a:pt x="3605" y="5874"/>
                  </a:lnTo>
                  <a:cubicBezTo>
                    <a:pt x="3707" y="5957"/>
                    <a:pt x="3841" y="6008"/>
                    <a:pt x="3960" y="6008"/>
                  </a:cubicBezTo>
                  <a:cubicBezTo>
                    <a:pt x="4111" y="6008"/>
                    <a:pt x="4263" y="5941"/>
                    <a:pt x="4364" y="5822"/>
                  </a:cubicBezTo>
                  <a:lnTo>
                    <a:pt x="8677" y="887"/>
                  </a:lnTo>
                  <a:cubicBezTo>
                    <a:pt x="8862" y="667"/>
                    <a:pt x="8846" y="330"/>
                    <a:pt x="8626" y="128"/>
                  </a:cubicBezTo>
                  <a:cubicBezTo>
                    <a:pt x="8518" y="43"/>
                    <a:pt x="8388" y="1"/>
                    <a:pt x="826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5352EE">
                  <a:alpha val="15000"/>
                </a:srgbClr>
              </a:outerShdw>
              <a:reflection blurRad="0" dir="5400000" dist="38100" endA="0" endPos="30000" fadeDir="5400012" kx="0" rotWithShape="0" algn="bl" stA="3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70"/>
            <p:cNvSpPr/>
            <p:nvPr/>
          </p:nvSpPr>
          <p:spPr>
            <a:xfrm>
              <a:off x="1620211" y="1557154"/>
              <a:ext cx="111617" cy="75683"/>
            </a:xfrm>
            <a:custGeom>
              <a:rect b="b" l="l" r="r" t="t"/>
              <a:pathLst>
                <a:path extrusionOk="0" h="6009" w="8862">
                  <a:moveTo>
                    <a:pt x="8262" y="1"/>
                  </a:moveTo>
                  <a:cubicBezTo>
                    <a:pt x="8113" y="1"/>
                    <a:pt x="7968" y="60"/>
                    <a:pt x="7868" y="179"/>
                  </a:cubicBezTo>
                  <a:lnTo>
                    <a:pt x="3909" y="4728"/>
                  </a:lnTo>
                  <a:lnTo>
                    <a:pt x="944" y="2201"/>
                  </a:lnTo>
                  <a:cubicBezTo>
                    <a:pt x="838" y="2117"/>
                    <a:pt x="711" y="2075"/>
                    <a:pt x="587" y="2075"/>
                  </a:cubicBezTo>
                  <a:cubicBezTo>
                    <a:pt x="436" y="2075"/>
                    <a:pt x="288" y="2139"/>
                    <a:pt x="186" y="2268"/>
                  </a:cubicBezTo>
                  <a:cubicBezTo>
                    <a:pt x="0" y="2487"/>
                    <a:pt x="18" y="2824"/>
                    <a:pt x="254" y="3010"/>
                  </a:cubicBezTo>
                  <a:lnTo>
                    <a:pt x="3605" y="5874"/>
                  </a:lnTo>
                  <a:cubicBezTo>
                    <a:pt x="3707" y="5957"/>
                    <a:pt x="3841" y="6008"/>
                    <a:pt x="3960" y="6008"/>
                  </a:cubicBezTo>
                  <a:cubicBezTo>
                    <a:pt x="4111" y="6008"/>
                    <a:pt x="4263" y="5941"/>
                    <a:pt x="4364" y="5822"/>
                  </a:cubicBezTo>
                  <a:lnTo>
                    <a:pt x="8677" y="887"/>
                  </a:lnTo>
                  <a:cubicBezTo>
                    <a:pt x="8862" y="667"/>
                    <a:pt x="8846" y="330"/>
                    <a:pt x="8626" y="128"/>
                  </a:cubicBezTo>
                  <a:cubicBezTo>
                    <a:pt x="8518" y="43"/>
                    <a:pt x="8388" y="1"/>
                    <a:pt x="826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5352EE">
                  <a:alpha val="15000"/>
                </a:srgbClr>
              </a:outerShdw>
              <a:reflection blurRad="0" dir="5400000" dist="38100" endA="0" endPos="30000" fadeDir="5400012" kx="0" rotWithShape="0" algn="bl" stA="3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9" name="Google Shape;1439;p70"/>
          <p:cNvSpPr txBox="1"/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STEP 3: </a:t>
            </a:r>
            <a:r>
              <a:rPr lang="en" sz="2800"/>
              <a:t>QUALITY ANALYSIS</a:t>
            </a:r>
            <a:endParaRPr sz="2800"/>
          </a:p>
        </p:txBody>
      </p:sp>
      <p:sp>
        <p:nvSpPr>
          <p:cNvPr id="1440" name="Google Shape;1440;p70"/>
          <p:cNvSpPr txBox="1"/>
          <p:nvPr>
            <p:ph idx="4294967295" type="title"/>
          </p:nvPr>
        </p:nvSpPr>
        <p:spPr>
          <a:xfrm>
            <a:off x="5482600" y="1813225"/>
            <a:ext cx="2806500" cy="39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OUTPUT</a:t>
            </a:r>
            <a:endParaRPr sz="2000"/>
          </a:p>
        </p:txBody>
      </p:sp>
      <p:grpSp>
        <p:nvGrpSpPr>
          <p:cNvPr id="1441" name="Google Shape;1441;p70"/>
          <p:cNvGrpSpPr/>
          <p:nvPr/>
        </p:nvGrpSpPr>
        <p:grpSpPr>
          <a:xfrm>
            <a:off x="5680747" y="2505062"/>
            <a:ext cx="123776" cy="123776"/>
            <a:chOff x="2215075" y="3684750"/>
            <a:chExt cx="342775" cy="342775"/>
          </a:xfrm>
        </p:grpSpPr>
        <p:sp>
          <p:nvSpPr>
            <p:cNvPr id="1442" name="Google Shape;1442;p70"/>
            <p:cNvSpPr/>
            <p:nvPr/>
          </p:nvSpPr>
          <p:spPr>
            <a:xfrm>
              <a:off x="2254275" y="3723950"/>
              <a:ext cx="265225" cy="263550"/>
            </a:xfrm>
            <a:custGeom>
              <a:rect b="b" l="l" r="r" t="t"/>
              <a:pathLst>
                <a:path extrusionOk="0" h="10542" w="10609">
                  <a:moveTo>
                    <a:pt x="5305" y="2535"/>
                  </a:moveTo>
                  <a:cubicBezTo>
                    <a:pt x="6806" y="2535"/>
                    <a:pt x="8073" y="3770"/>
                    <a:pt x="8073" y="5304"/>
                  </a:cubicBezTo>
                  <a:cubicBezTo>
                    <a:pt x="8073" y="6805"/>
                    <a:pt x="6806" y="8039"/>
                    <a:pt x="5305" y="8039"/>
                  </a:cubicBezTo>
                  <a:cubicBezTo>
                    <a:pt x="3803" y="8039"/>
                    <a:pt x="2569" y="6805"/>
                    <a:pt x="2569" y="5304"/>
                  </a:cubicBezTo>
                  <a:cubicBezTo>
                    <a:pt x="2569" y="3803"/>
                    <a:pt x="3803" y="2535"/>
                    <a:pt x="5305" y="2535"/>
                  </a:cubicBezTo>
                  <a:close/>
                  <a:moveTo>
                    <a:pt x="5305" y="0"/>
                  </a:moveTo>
                  <a:cubicBezTo>
                    <a:pt x="2402" y="0"/>
                    <a:pt x="1" y="2335"/>
                    <a:pt x="1" y="5271"/>
                  </a:cubicBezTo>
                  <a:cubicBezTo>
                    <a:pt x="1" y="8173"/>
                    <a:pt x="2402" y="10541"/>
                    <a:pt x="5305" y="10541"/>
                  </a:cubicBezTo>
                  <a:cubicBezTo>
                    <a:pt x="8240" y="10541"/>
                    <a:pt x="10575" y="8173"/>
                    <a:pt x="10608" y="5271"/>
                  </a:cubicBezTo>
                  <a:cubicBezTo>
                    <a:pt x="10608" y="2369"/>
                    <a:pt x="8240" y="0"/>
                    <a:pt x="5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70"/>
            <p:cNvSpPr/>
            <p:nvPr/>
          </p:nvSpPr>
          <p:spPr>
            <a:xfrm>
              <a:off x="2354350" y="3684750"/>
              <a:ext cx="63400" cy="73400"/>
            </a:xfrm>
            <a:custGeom>
              <a:rect b="b" l="l" r="r" t="t"/>
              <a:pathLst>
                <a:path extrusionOk="0" h="2936" w="2536">
                  <a:moveTo>
                    <a:pt x="1" y="0"/>
                  </a:moveTo>
                  <a:lnTo>
                    <a:pt x="1" y="2936"/>
                  </a:lnTo>
                  <a:lnTo>
                    <a:pt x="2536" y="2936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70"/>
            <p:cNvSpPr/>
            <p:nvPr/>
          </p:nvSpPr>
          <p:spPr>
            <a:xfrm>
              <a:off x="2354350" y="3953275"/>
              <a:ext cx="63400" cy="74250"/>
            </a:xfrm>
            <a:custGeom>
              <a:rect b="b" l="l" r="r" t="t"/>
              <a:pathLst>
                <a:path extrusionOk="0" h="2970" w="2536">
                  <a:moveTo>
                    <a:pt x="1" y="0"/>
                  </a:moveTo>
                  <a:lnTo>
                    <a:pt x="1" y="2969"/>
                  </a:lnTo>
                  <a:lnTo>
                    <a:pt x="2536" y="2969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70"/>
            <p:cNvSpPr/>
            <p:nvPr/>
          </p:nvSpPr>
          <p:spPr>
            <a:xfrm>
              <a:off x="2215075" y="3824025"/>
              <a:ext cx="74250" cy="63400"/>
            </a:xfrm>
            <a:custGeom>
              <a:rect b="b" l="l" r="r" t="t"/>
              <a:pathLst>
                <a:path extrusionOk="0" h="2536" w="2970">
                  <a:moveTo>
                    <a:pt x="1" y="0"/>
                  </a:moveTo>
                  <a:lnTo>
                    <a:pt x="1" y="2535"/>
                  </a:lnTo>
                  <a:lnTo>
                    <a:pt x="2970" y="253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70"/>
            <p:cNvSpPr/>
            <p:nvPr/>
          </p:nvSpPr>
          <p:spPr>
            <a:xfrm>
              <a:off x="2483600" y="3824025"/>
              <a:ext cx="74250" cy="63400"/>
            </a:xfrm>
            <a:custGeom>
              <a:rect b="b" l="l" r="r" t="t"/>
              <a:pathLst>
                <a:path extrusionOk="0" h="2536" w="2970">
                  <a:moveTo>
                    <a:pt x="1" y="0"/>
                  </a:moveTo>
                  <a:lnTo>
                    <a:pt x="1" y="2535"/>
                  </a:lnTo>
                  <a:lnTo>
                    <a:pt x="2970" y="253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70"/>
            <p:cNvSpPr/>
            <p:nvPr/>
          </p:nvSpPr>
          <p:spPr>
            <a:xfrm>
              <a:off x="2242600" y="3712275"/>
              <a:ext cx="97600" cy="97575"/>
            </a:xfrm>
            <a:custGeom>
              <a:rect b="b" l="l" r="r" t="t"/>
              <a:pathLst>
                <a:path extrusionOk="0" h="3903" w="3904">
                  <a:moveTo>
                    <a:pt x="1802" y="0"/>
                  </a:moveTo>
                  <a:lnTo>
                    <a:pt x="1" y="1801"/>
                  </a:lnTo>
                  <a:lnTo>
                    <a:pt x="2102" y="3903"/>
                  </a:lnTo>
                  <a:lnTo>
                    <a:pt x="3904" y="2102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70"/>
            <p:cNvSpPr/>
            <p:nvPr/>
          </p:nvSpPr>
          <p:spPr>
            <a:xfrm>
              <a:off x="2434400" y="3902400"/>
              <a:ext cx="96775" cy="97600"/>
            </a:xfrm>
            <a:custGeom>
              <a:rect b="b" l="l" r="r" t="t"/>
              <a:pathLst>
                <a:path extrusionOk="0" h="3904" w="3871">
                  <a:moveTo>
                    <a:pt x="1802" y="1"/>
                  </a:moveTo>
                  <a:lnTo>
                    <a:pt x="1" y="1802"/>
                  </a:lnTo>
                  <a:lnTo>
                    <a:pt x="2069" y="3903"/>
                  </a:lnTo>
                  <a:lnTo>
                    <a:pt x="3870" y="2102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70"/>
            <p:cNvSpPr/>
            <p:nvPr/>
          </p:nvSpPr>
          <p:spPr>
            <a:xfrm>
              <a:off x="2243450" y="3903225"/>
              <a:ext cx="96750" cy="96775"/>
            </a:xfrm>
            <a:custGeom>
              <a:rect b="b" l="l" r="r" t="t"/>
              <a:pathLst>
                <a:path extrusionOk="0" h="3871" w="3870">
                  <a:moveTo>
                    <a:pt x="2102" y="1"/>
                  </a:moveTo>
                  <a:lnTo>
                    <a:pt x="0" y="2069"/>
                  </a:lnTo>
                  <a:lnTo>
                    <a:pt x="1801" y="3870"/>
                  </a:lnTo>
                  <a:lnTo>
                    <a:pt x="3870" y="1769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70"/>
            <p:cNvSpPr/>
            <p:nvPr/>
          </p:nvSpPr>
          <p:spPr>
            <a:xfrm>
              <a:off x="2433575" y="3712275"/>
              <a:ext cx="96750" cy="96750"/>
            </a:xfrm>
            <a:custGeom>
              <a:rect b="b" l="l" r="r" t="t"/>
              <a:pathLst>
                <a:path extrusionOk="0" h="3870" w="3870">
                  <a:moveTo>
                    <a:pt x="2102" y="0"/>
                  </a:moveTo>
                  <a:lnTo>
                    <a:pt x="1" y="2068"/>
                  </a:lnTo>
                  <a:lnTo>
                    <a:pt x="1802" y="3870"/>
                  </a:lnTo>
                  <a:lnTo>
                    <a:pt x="3870" y="1801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1" name="Google Shape;1451;p70"/>
          <p:cNvGrpSpPr/>
          <p:nvPr/>
        </p:nvGrpSpPr>
        <p:grpSpPr>
          <a:xfrm>
            <a:off x="5680747" y="2902887"/>
            <a:ext cx="123776" cy="123776"/>
            <a:chOff x="2215075" y="3684750"/>
            <a:chExt cx="342775" cy="342775"/>
          </a:xfrm>
        </p:grpSpPr>
        <p:sp>
          <p:nvSpPr>
            <p:cNvPr id="1452" name="Google Shape;1452;p70"/>
            <p:cNvSpPr/>
            <p:nvPr/>
          </p:nvSpPr>
          <p:spPr>
            <a:xfrm>
              <a:off x="2254275" y="3723950"/>
              <a:ext cx="265225" cy="263550"/>
            </a:xfrm>
            <a:custGeom>
              <a:rect b="b" l="l" r="r" t="t"/>
              <a:pathLst>
                <a:path extrusionOk="0" h="10542" w="10609">
                  <a:moveTo>
                    <a:pt x="5305" y="2535"/>
                  </a:moveTo>
                  <a:cubicBezTo>
                    <a:pt x="6806" y="2535"/>
                    <a:pt x="8073" y="3770"/>
                    <a:pt x="8073" y="5304"/>
                  </a:cubicBezTo>
                  <a:cubicBezTo>
                    <a:pt x="8073" y="6805"/>
                    <a:pt x="6806" y="8039"/>
                    <a:pt x="5305" y="8039"/>
                  </a:cubicBezTo>
                  <a:cubicBezTo>
                    <a:pt x="3803" y="8039"/>
                    <a:pt x="2569" y="6805"/>
                    <a:pt x="2569" y="5304"/>
                  </a:cubicBezTo>
                  <a:cubicBezTo>
                    <a:pt x="2569" y="3803"/>
                    <a:pt x="3803" y="2535"/>
                    <a:pt x="5305" y="2535"/>
                  </a:cubicBezTo>
                  <a:close/>
                  <a:moveTo>
                    <a:pt x="5305" y="0"/>
                  </a:moveTo>
                  <a:cubicBezTo>
                    <a:pt x="2402" y="0"/>
                    <a:pt x="1" y="2335"/>
                    <a:pt x="1" y="5271"/>
                  </a:cubicBezTo>
                  <a:cubicBezTo>
                    <a:pt x="1" y="8173"/>
                    <a:pt x="2402" y="10541"/>
                    <a:pt x="5305" y="10541"/>
                  </a:cubicBezTo>
                  <a:cubicBezTo>
                    <a:pt x="8240" y="10541"/>
                    <a:pt x="10575" y="8173"/>
                    <a:pt x="10608" y="5271"/>
                  </a:cubicBezTo>
                  <a:cubicBezTo>
                    <a:pt x="10608" y="2369"/>
                    <a:pt x="8240" y="0"/>
                    <a:pt x="5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70"/>
            <p:cNvSpPr/>
            <p:nvPr/>
          </p:nvSpPr>
          <p:spPr>
            <a:xfrm>
              <a:off x="2354350" y="3684750"/>
              <a:ext cx="63400" cy="73400"/>
            </a:xfrm>
            <a:custGeom>
              <a:rect b="b" l="l" r="r" t="t"/>
              <a:pathLst>
                <a:path extrusionOk="0" h="2936" w="2536">
                  <a:moveTo>
                    <a:pt x="1" y="0"/>
                  </a:moveTo>
                  <a:lnTo>
                    <a:pt x="1" y="2936"/>
                  </a:lnTo>
                  <a:lnTo>
                    <a:pt x="2536" y="2936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70"/>
            <p:cNvSpPr/>
            <p:nvPr/>
          </p:nvSpPr>
          <p:spPr>
            <a:xfrm>
              <a:off x="2354350" y="3953275"/>
              <a:ext cx="63400" cy="74250"/>
            </a:xfrm>
            <a:custGeom>
              <a:rect b="b" l="l" r="r" t="t"/>
              <a:pathLst>
                <a:path extrusionOk="0" h="2970" w="2536">
                  <a:moveTo>
                    <a:pt x="1" y="0"/>
                  </a:moveTo>
                  <a:lnTo>
                    <a:pt x="1" y="2969"/>
                  </a:lnTo>
                  <a:lnTo>
                    <a:pt x="2536" y="2969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70"/>
            <p:cNvSpPr/>
            <p:nvPr/>
          </p:nvSpPr>
          <p:spPr>
            <a:xfrm>
              <a:off x="2215075" y="3824025"/>
              <a:ext cx="74250" cy="63400"/>
            </a:xfrm>
            <a:custGeom>
              <a:rect b="b" l="l" r="r" t="t"/>
              <a:pathLst>
                <a:path extrusionOk="0" h="2536" w="2970">
                  <a:moveTo>
                    <a:pt x="1" y="0"/>
                  </a:moveTo>
                  <a:lnTo>
                    <a:pt x="1" y="2535"/>
                  </a:lnTo>
                  <a:lnTo>
                    <a:pt x="2970" y="253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70"/>
            <p:cNvSpPr/>
            <p:nvPr/>
          </p:nvSpPr>
          <p:spPr>
            <a:xfrm>
              <a:off x="2483600" y="3824025"/>
              <a:ext cx="74250" cy="63400"/>
            </a:xfrm>
            <a:custGeom>
              <a:rect b="b" l="l" r="r" t="t"/>
              <a:pathLst>
                <a:path extrusionOk="0" h="2536" w="2970">
                  <a:moveTo>
                    <a:pt x="1" y="0"/>
                  </a:moveTo>
                  <a:lnTo>
                    <a:pt x="1" y="2535"/>
                  </a:lnTo>
                  <a:lnTo>
                    <a:pt x="2970" y="253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70"/>
            <p:cNvSpPr/>
            <p:nvPr/>
          </p:nvSpPr>
          <p:spPr>
            <a:xfrm>
              <a:off x="2242600" y="3712275"/>
              <a:ext cx="97600" cy="97575"/>
            </a:xfrm>
            <a:custGeom>
              <a:rect b="b" l="l" r="r" t="t"/>
              <a:pathLst>
                <a:path extrusionOk="0" h="3903" w="3904">
                  <a:moveTo>
                    <a:pt x="1802" y="0"/>
                  </a:moveTo>
                  <a:lnTo>
                    <a:pt x="1" y="1801"/>
                  </a:lnTo>
                  <a:lnTo>
                    <a:pt x="2102" y="3903"/>
                  </a:lnTo>
                  <a:lnTo>
                    <a:pt x="3904" y="2102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70"/>
            <p:cNvSpPr/>
            <p:nvPr/>
          </p:nvSpPr>
          <p:spPr>
            <a:xfrm>
              <a:off x="2434400" y="3902400"/>
              <a:ext cx="96775" cy="97600"/>
            </a:xfrm>
            <a:custGeom>
              <a:rect b="b" l="l" r="r" t="t"/>
              <a:pathLst>
                <a:path extrusionOk="0" h="3904" w="3871">
                  <a:moveTo>
                    <a:pt x="1802" y="1"/>
                  </a:moveTo>
                  <a:lnTo>
                    <a:pt x="1" y="1802"/>
                  </a:lnTo>
                  <a:lnTo>
                    <a:pt x="2069" y="3903"/>
                  </a:lnTo>
                  <a:lnTo>
                    <a:pt x="3870" y="2102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70"/>
            <p:cNvSpPr/>
            <p:nvPr/>
          </p:nvSpPr>
          <p:spPr>
            <a:xfrm>
              <a:off x="2243450" y="3903225"/>
              <a:ext cx="96750" cy="96775"/>
            </a:xfrm>
            <a:custGeom>
              <a:rect b="b" l="l" r="r" t="t"/>
              <a:pathLst>
                <a:path extrusionOk="0" h="3871" w="3870">
                  <a:moveTo>
                    <a:pt x="2102" y="1"/>
                  </a:moveTo>
                  <a:lnTo>
                    <a:pt x="0" y="2069"/>
                  </a:lnTo>
                  <a:lnTo>
                    <a:pt x="1801" y="3870"/>
                  </a:lnTo>
                  <a:lnTo>
                    <a:pt x="3870" y="1769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70"/>
            <p:cNvSpPr/>
            <p:nvPr/>
          </p:nvSpPr>
          <p:spPr>
            <a:xfrm>
              <a:off x="2433575" y="3712275"/>
              <a:ext cx="96750" cy="96750"/>
            </a:xfrm>
            <a:custGeom>
              <a:rect b="b" l="l" r="r" t="t"/>
              <a:pathLst>
                <a:path extrusionOk="0" h="3870" w="3870">
                  <a:moveTo>
                    <a:pt x="2102" y="0"/>
                  </a:moveTo>
                  <a:lnTo>
                    <a:pt x="1" y="2068"/>
                  </a:lnTo>
                  <a:lnTo>
                    <a:pt x="1802" y="3870"/>
                  </a:lnTo>
                  <a:lnTo>
                    <a:pt x="3870" y="1801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1" name="Google Shape;1461;p70"/>
          <p:cNvGrpSpPr/>
          <p:nvPr/>
        </p:nvGrpSpPr>
        <p:grpSpPr>
          <a:xfrm>
            <a:off x="5680747" y="3300712"/>
            <a:ext cx="123776" cy="123776"/>
            <a:chOff x="2215075" y="3684750"/>
            <a:chExt cx="342775" cy="342775"/>
          </a:xfrm>
        </p:grpSpPr>
        <p:sp>
          <p:nvSpPr>
            <p:cNvPr id="1462" name="Google Shape;1462;p70"/>
            <p:cNvSpPr/>
            <p:nvPr/>
          </p:nvSpPr>
          <p:spPr>
            <a:xfrm>
              <a:off x="2254275" y="3723950"/>
              <a:ext cx="265225" cy="263550"/>
            </a:xfrm>
            <a:custGeom>
              <a:rect b="b" l="l" r="r" t="t"/>
              <a:pathLst>
                <a:path extrusionOk="0" h="10542" w="10609">
                  <a:moveTo>
                    <a:pt x="5305" y="2535"/>
                  </a:moveTo>
                  <a:cubicBezTo>
                    <a:pt x="6806" y="2535"/>
                    <a:pt x="8073" y="3770"/>
                    <a:pt x="8073" y="5304"/>
                  </a:cubicBezTo>
                  <a:cubicBezTo>
                    <a:pt x="8073" y="6805"/>
                    <a:pt x="6806" y="8039"/>
                    <a:pt x="5305" y="8039"/>
                  </a:cubicBezTo>
                  <a:cubicBezTo>
                    <a:pt x="3803" y="8039"/>
                    <a:pt x="2569" y="6805"/>
                    <a:pt x="2569" y="5304"/>
                  </a:cubicBezTo>
                  <a:cubicBezTo>
                    <a:pt x="2569" y="3803"/>
                    <a:pt x="3803" y="2535"/>
                    <a:pt x="5305" y="2535"/>
                  </a:cubicBezTo>
                  <a:close/>
                  <a:moveTo>
                    <a:pt x="5305" y="0"/>
                  </a:moveTo>
                  <a:cubicBezTo>
                    <a:pt x="2402" y="0"/>
                    <a:pt x="1" y="2335"/>
                    <a:pt x="1" y="5271"/>
                  </a:cubicBezTo>
                  <a:cubicBezTo>
                    <a:pt x="1" y="8173"/>
                    <a:pt x="2402" y="10541"/>
                    <a:pt x="5305" y="10541"/>
                  </a:cubicBezTo>
                  <a:cubicBezTo>
                    <a:pt x="8240" y="10541"/>
                    <a:pt x="10575" y="8173"/>
                    <a:pt x="10608" y="5271"/>
                  </a:cubicBezTo>
                  <a:cubicBezTo>
                    <a:pt x="10608" y="2369"/>
                    <a:pt x="8240" y="0"/>
                    <a:pt x="5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70"/>
            <p:cNvSpPr/>
            <p:nvPr/>
          </p:nvSpPr>
          <p:spPr>
            <a:xfrm>
              <a:off x="2354350" y="3684750"/>
              <a:ext cx="63400" cy="73400"/>
            </a:xfrm>
            <a:custGeom>
              <a:rect b="b" l="l" r="r" t="t"/>
              <a:pathLst>
                <a:path extrusionOk="0" h="2936" w="2536">
                  <a:moveTo>
                    <a:pt x="1" y="0"/>
                  </a:moveTo>
                  <a:lnTo>
                    <a:pt x="1" y="2936"/>
                  </a:lnTo>
                  <a:lnTo>
                    <a:pt x="2536" y="2936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70"/>
            <p:cNvSpPr/>
            <p:nvPr/>
          </p:nvSpPr>
          <p:spPr>
            <a:xfrm>
              <a:off x="2354350" y="3953275"/>
              <a:ext cx="63400" cy="74250"/>
            </a:xfrm>
            <a:custGeom>
              <a:rect b="b" l="l" r="r" t="t"/>
              <a:pathLst>
                <a:path extrusionOk="0" h="2970" w="2536">
                  <a:moveTo>
                    <a:pt x="1" y="0"/>
                  </a:moveTo>
                  <a:lnTo>
                    <a:pt x="1" y="2969"/>
                  </a:lnTo>
                  <a:lnTo>
                    <a:pt x="2536" y="2969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70"/>
            <p:cNvSpPr/>
            <p:nvPr/>
          </p:nvSpPr>
          <p:spPr>
            <a:xfrm>
              <a:off x="2215075" y="3824025"/>
              <a:ext cx="74250" cy="63400"/>
            </a:xfrm>
            <a:custGeom>
              <a:rect b="b" l="l" r="r" t="t"/>
              <a:pathLst>
                <a:path extrusionOk="0" h="2536" w="2970">
                  <a:moveTo>
                    <a:pt x="1" y="0"/>
                  </a:moveTo>
                  <a:lnTo>
                    <a:pt x="1" y="2535"/>
                  </a:lnTo>
                  <a:lnTo>
                    <a:pt x="2970" y="253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70"/>
            <p:cNvSpPr/>
            <p:nvPr/>
          </p:nvSpPr>
          <p:spPr>
            <a:xfrm>
              <a:off x="2483600" y="3824025"/>
              <a:ext cx="74250" cy="63400"/>
            </a:xfrm>
            <a:custGeom>
              <a:rect b="b" l="l" r="r" t="t"/>
              <a:pathLst>
                <a:path extrusionOk="0" h="2536" w="2970">
                  <a:moveTo>
                    <a:pt x="1" y="0"/>
                  </a:moveTo>
                  <a:lnTo>
                    <a:pt x="1" y="2535"/>
                  </a:lnTo>
                  <a:lnTo>
                    <a:pt x="2970" y="253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70"/>
            <p:cNvSpPr/>
            <p:nvPr/>
          </p:nvSpPr>
          <p:spPr>
            <a:xfrm>
              <a:off x="2242600" y="3712275"/>
              <a:ext cx="97600" cy="97575"/>
            </a:xfrm>
            <a:custGeom>
              <a:rect b="b" l="l" r="r" t="t"/>
              <a:pathLst>
                <a:path extrusionOk="0" h="3903" w="3904">
                  <a:moveTo>
                    <a:pt x="1802" y="0"/>
                  </a:moveTo>
                  <a:lnTo>
                    <a:pt x="1" y="1801"/>
                  </a:lnTo>
                  <a:lnTo>
                    <a:pt x="2102" y="3903"/>
                  </a:lnTo>
                  <a:lnTo>
                    <a:pt x="3904" y="2102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70"/>
            <p:cNvSpPr/>
            <p:nvPr/>
          </p:nvSpPr>
          <p:spPr>
            <a:xfrm>
              <a:off x="2434400" y="3902400"/>
              <a:ext cx="96775" cy="97600"/>
            </a:xfrm>
            <a:custGeom>
              <a:rect b="b" l="l" r="r" t="t"/>
              <a:pathLst>
                <a:path extrusionOk="0" h="3904" w="3871">
                  <a:moveTo>
                    <a:pt x="1802" y="1"/>
                  </a:moveTo>
                  <a:lnTo>
                    <a:pt x="1" y="1802"/>
                  </a:lnTo>
                  <a:lnTo>
                    <a:pt x="2069" y="3903"/>
                  </a:lnTo>
                  <a:lnTo>
                    <a:pt x="3870" y="2102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70"/>
            <p:cNvSpPr/>
            <p:nvPr/>
          </p:nvSpPr>
          <p:spPr>
            <a:xfrm>
              <a:off x="2243450" y="3903225"/>
              <a:ext cx="96750" cy="96775"/>
            </a:xfrm>
            <a:custGeom>
              <a:rect b="b" l="l" r="r" t="t"/>
              <a:pathLst>
                <a:path extrusionOk="0" h="3871" w="3870">
                  <a:moveTo>
                    <a:pt x="2102" y="1"/>
                  </a:moveTo>
                  <a:lnTo>
                    <a:pt x="0" y="2069"/>
                  </a:lnTo>
                  <a:lnTo>
                    <a:pt x="1801" y="3870"/>
                  </a:lnTo>
                  <a:lnTo>
                    <a:pt x="3870" y="1769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70"/>
            <p:cNvSpPr/>
            <p:nvPr/>
          </p:nvSpPr>
          <p:spPr>
            <a:xfrm>
              <a:off x="2433575" y="3712275"/>
              <a:ext cx="96750" cy="96750"/>
            </a:xfrm>
            <a:custGeom>
              <a:rect b="b" l="l" r="r" t="t"/>
              <a:pathLst>
                <a:path extrusionOk="0" h="3870" w="3870">
                  <a:moveTo>
                    <a:pt x="2102" y="0"/>
                  </a:moveTo>
                  <a:lnTo>
                    <a:pt x="1" y="2068"/>
                  </a:lnTo>
                  <a:lnTo>
                    <a:pt x="1802" y="3870"/>
                  </a:lnTo>
                  <a:lnTo>
                    <a:pt x="3870" y="1801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1" name="Google Shape;1471;p70"/>
          <p:cNvGrpSpPr/>
          <p:nvPr/>
        </p:nvGrpSpPr>
        <p:grpSpPr>
          <a:xfrm>
            <a:off x="5680747" y="3698537"/>
            <a:ext cx="123776" cy="123776"/>
            <a:chOff x="2215075" y="3684750"/>
            <a:chExt cx="342775" cy="342775"/>
          </a:xfrm>
        </p:grpSpPr>
        <p:sp>
          <p:nvSpPr>
            <p:cNvPr id="1472" name="Google Shape;1472;p70"/>
            <p:cNvSpPr/>
            <p:nvPr/>
          </p:nvSpPr>
          <p:spPr>
            <a:xfrm>
              <a:off x="2254275" y="3723950"/>
              <a:ext cx="265225" cy="263550"/>
            </a:xfrm>
            <a:custGeom>
              <a:rect b="b" l="l" r="r" t="t"/>
              <a:pathLst>
                <a:path extrusionOk="0" h="10542" w="10609">
                  <a:moveTo>
                    <a:pt x="5305" y="2535"/>
                  </a:moveTo>
                  <a:cubicBezTo>
                    <a:pt x="6806" y="2535"/>
                    <a:pt x="8073" y="3770"/>
                    <a:pt x="8073" y="5304"/>
                  </a:cubicBezTo>
                  <a:cubicBezTo>
                    <a:pt x="8073" y="6805"/>
                    <a:pt x="6806" y="8039"/>
                    <a:pt x="5305" y="8039"/>
                  </a:cubicBezTo>
                  <a:cubicBezTo>
                    <a:pt x="3803" y="8039"/>
                    <a:pt x="2569" y="6805"/>
                    <a:pt x="2569" y="5304"/>
                  </a:cubicBezTo>
                  <a:cubicBezTo>
                    <a:pt x="2569" y="3803"/>
                    <a:pt x="3803" y="2535"/>
                    <a:pt x="5305" y="2535"/>
                  </a:cubicBezTo>
                  <a:close/>
                  <a:moveTo>
                    <a:pt x="5305" y="0"/>
                  </a:moveTo>
                  <a:cubicBezTo>
                    <a:pt x="2402" y="0"/>
                    <a:pt x="1" y="2335"/>
                    <a:pt x="1" y="5271"/>
                  </a:cubicBezTo>
                  <a:cubicBezTo>
                    <a:pt x="1" y="8173"/>
                    <a:pt x="2402" y="10541"/>
                    <a:pt x="5305" y="10541"/>
                  </a:cubicBezTo>
                  <a:cubicBezTo>
                    <a:pt x="8240" y="10541"/>
                    <a:pt x="10575" y="8173"/>
                    <a:pt x="10608" y="5271"/>
                  </a:cubicBezTo>
                  <a:cubicBezTo>
                    <a:pt x="10608" y="2369"/>
                    <a:pt x="8240" y="0"/>
                    <a:pt x="5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70"/>
            <p:cNvSpPr/>
            <p:nvPr/>
          </p:nvSpPr>
          <p:spPr>
            <a:xfrm>
              <a:off x="2354350" y="3684750"/>
              <a:ext cx="63400" cy="73400"/>
            </a:xfrm>
            <a:custGeom>
              <a:rect b="b" l="l" r="r" t="t"/>
              <a:pathLst>
                <a:path extrusionOk="0" h="2936" w="2536">
                  <a:moveTo>
                    <a:pt x="1" y="0"/>
                  </a:moveTo>
                  <a:lnTo>
                    <a:pt x="1" y="2936"/>
                  </a:lnTo>
                  <a:lnTo>
                    <a:pt x="2536" y="2936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70"/>
            <p:cNvSpPr/>
            <p:nvPr/>
          </p:nvSpPr>
          <p:spPr>
            <a:xfrm>
              <a:off x="2354350" y="3953275"/>
              <a:ext cx="63400" cy="74250"/>
            </a:xfrm>
            <a:custGeom>
              <a:rect b="b" l="l" r="r" t="t"/>
              <a:pathLst>
                <a:path extrusionOk="0" h="2970" w="2536">
                  <a:moveTo>
                    <a:pt x="1" y="0"/>
                  </a:moveTo>
                  <a:lnTo>
                    <a:pt x="1" y="2969"/>
                  </a:lnTo>
                  <a:lnTo>
                    <a:pt x="2536" y="2969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70"/>
            <p:cNvSpPr/>
            <p:nvPr/>
          </p:nvSpPr>
          <p:spPr>
            <a:xfrm>
              <a:off x="2215075" y="3824025"/>
              <a:ext cx="74250" cy="63400"/>
            </a:xfrm>
            <a:custGeom>
              <a:rect b="b" l="l" r="r" t="t"/>
              <a:pathLst>
                <a:path extrusionOk="0" h="2536" w="2970">
                  <a:moveTo>
                    <a:pt x="1" y="0"/>
                  </a:moveTo>
                  <a:lnTo>
                    <a:pt x="1" y="2535"/>
                  </a:lnTo>
                  <a:lnTo>
                    <a:pt x="2970" y="253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70"/>
            <p:cNvSpPr/>
            <p:nvPr/>
          </p:nvSpPr>
          <p:spPr>
            <a:xfrm>
              <a:off x="2483600" y="3824025"/>
              <a:ext cx="74250" cy="63400"/>
            </a:xfrm>
            <a:custGeom>
              <a:rect b="b" l="l" r="r" t="t"/>
              <a:pathLst>
                <a:path extrusionOk="0" h="2536" w="2970">
                  <a:moveTo>
                    <a:pt x="1" y="0"/>
                  </a:moveTo>
                  <a:lnTo>
                    <a:pt x="1" y="2535"/>
                  </a:lnTo>
                  <a:lnTo>
                    <a:pt x="2970" y="253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70"/>
            <p:cNvSpPr/>
            <p:nvPr/>
          </p:nvSpPr>
          <p:spPr>
            <a:xfrm>
              <a:off x="2242600" y="3712275"/>
              <a:ext cx="97600" cy="97575"/>
            </a:xfrm>
            <a:custGeom>
              <a:rect b="b" l="l" r="r" t="t"/>
              <a:pathLst>
                <a:path extrusionOk="0" h="3903" w="3904">
                  <a:moveTo>
                    <a:pt x="1802" y="0"/>
                  </a:moveTo>
                  <a:lnTo>
                    <a:pt x="1" y="1801"/>
                  </a:lnTo>
                  <a:lnTo>
                    <a:pt x="2102" y="3903"/>
                  </a:lnTo>
                  <a:lnTo>
                    <a:pt x="3904" y="2102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70"/>
            <p:cNvSpPr/>
            <p:nvPr/>
          </p:nvSpPr>
          <p:spPr>
            <a:xfrm>
              <a:off x="2434400" y="3902400"/>
              <a:ext cx="96775" cy="97600"/>
            </a:xfrm>
            <a:custGeom>
              <a:rect b="b" l="l" r="r" t="t"/>
              <a:pathLst>
                <a:path extrusionOk="0" h="3904" w="3871">
                  <a:moveTo>
                    <a:pt x="1802" y="1"/>
                  </a:moveTo>
                  <a:lnTo>
                    <a:pt x="1" y="1802"/>
                  </a:lnTo>
                  <a:lnTo>
                    <a:pt x="2069" y="3903"/>
                  </a:lnTo>
                  <a:lnTo>
                    <a:pt x="3870" y="2102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70"/>
            <p:cNvSpPr/>
            <p:nvPr/>
          </p:nvSpPr>
          <p:spPr>
            <a:xfrm>
              <a:off x="2243450" y="3903225"/>
              <a:ext cx="96750" cy="96775"/>
            </a:xfrm>
            <a:custGeom>
              <a:rect b="b" l="l" r="r" t="t"/>
              <a:pathLst>
                <a:path extrusionOk="0" h="3871" w="3870">
                  <a:moveTo>
                    <a:pt x="2102" y="1"/>
                  </a:moveTo>
                  <a:lnTo>
                    <a:pt x="0" y="2069"/>
                  </a:lnTo>
                  <a:lnTo>
                    <a:pt x="1801" y="3870"/>
                  </a:lnTo>
                  <a:lnTo>
                    <a:pt x="3870" y="1769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70"/>
            <p:cNvSpPr/>
            <p:nvPr/>
          </p:nvSpPr>
          <p:spPr>
            <a:xfrm>
              <a:off x="2433575" y="3712275"/>
              <a:ext cx="96750" cy="96750"/>
            </a:xfrm>
            <a:custGeom>
              <a:rect b="b" l="l" r="r" t="t"/>
              <a:pathLst>
                <a:path extrusionOk="0" h="3870" w="3870">
                  <a:moveTo>
                    <a:pt x="2102" y="0"/>
                  </a:moveTo>
                  <a:lnTo>
                    <a:pt x="1" y="2068"/>
                  </a:lnTo>
                  <a:lnTo>
                    <a:pt x="1802" y="3870"/>
                  </a:lnTo>
                  <a:lnTo>
                    <a:pt x="3870" y="1801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49791" rotWithShape="0" algn="bl" dir="5400000" dist="44259">
                <a:schemeClr val="dk1">
                  <a:alpha val="15000"/>
                </a:schemeClr>
              </a:outerShdw>
            </a:effectLst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1" name="Google Shape;1481;p70"/>
          <p:cNvSpPr/>
          <p:nvPr/>
        </p:nvSpPr>
        <p:spPr>
          <a:xfrm>
            <a:off x="531350" y="1429127"/>
            <a:ext cx="4035900" cy="57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100000">
                <a:srgbClr val="F9F8FF">
                  <a:alpha val="86666"/>
                </a:srgbClr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57150">
              <a:schemeClr val="dk1">
                <a:alpha val="1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70"/>
          <p:cNvSpPr/>
          <p:nvPr/>
        </p:nvSpPr>
        <p:spPr>
          <a:xfrm>
            <a:off x="915325" y="1265400"/>
            <a:ext cx="3267900" cy="345900"/>
          </a:xfrm>
          <a:prstGeom prst="roundRect">
            <a:avLst>
              <a:gd fmla="val 44714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70"/>
          <p:cNvSpPr txBox="1"/>
          <p:nvPr>
            <p:ph idx="4294967295" type="title"/>
          </p:nvPr>
        </p:nvSpPr>
        <p:spPr>
          <a:xfrm>
            <a:off x="1010400" y="1305904"/>
            <a:ext cx="3094500" cy="305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MISSING VALUES</a:t>
            </a:r>
            <a:endParaRPr sz="1600"/>
          </a:p>
        </p:txBody>
      </p:sp>
      <p:sp>
        <p:nvSpPr>
          <p:cNvPr id="1484" name="Google Shape;1484;p70"/>
          <p:cNvSpPr txBox="1"/>
          <p:nvPr>
            <p:ph idx="4294967295" type="subTitle"/>
          </p:nvPr>
        </p:nvSpPr>
        <p:spPr>
          <a:xfrm>
            <a:off x="1010389" y="1560370"/>
            <a:ext cx="30945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Count &amp; percentage per column</a:t>
            </a:r>
            <a:endParaRPr/>
          </a:p>
        </p:txBody>
      </p:sp>
      <p:sp>
        <p:nvSpPr>
          <p:cNvPr id="1485" name="Google Shape;1485;p70"/>
          <p:cNvSpPr/>
          <p:nvPr/>
        </p:nvSpPr>
        <p:spPr>
          <a:xfrm>
            <a:off x="539700" y="2314240"/>
            <a:ext cx="4035900" cy="57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100000">
                <a:srgbClr val="F9F8FF">
                  <a:alpha val="86666"/>
                </a:srgbClr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57150">
              <a:schemeClr val="dk1">
                <a:alpha val="1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70"/>
          <p:cNvSpPr/>
          <p:nvPr/>
        </p:nvSpPr>
        <p:spPr>
          <a:xfrm>
            <a:off x="923675" y="2150513"/>
            <a:ext cx="3267900" cy="345900"/>
          </a:xfrm>
          <a:prstGeom prst="roundRect">
            <a:avLst>
              <a:gd fmla="val 44714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70"/>
          <p:cNvSpPr txBox="1"/>
          <p:nvPr>
            <p:ph idx="4294967295" type="title"/>
          </p:nvPr>
        </p:nvSpPr>
        <p:spPr>
          <a:xfrm>
            <a:off x="1018750" y="2191016"/>
            <a:ext cx="3094500" cy="305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FORMAT ISSUES</a:t>
            </a:r>
            <a:endParaRPr sz="1600"/>
          </a:p>
        </p:txBody>
      </p:sp>
      <p:sp>
        <p:nvSpPr>
          <p:cNvPr id="1488" name="Google Shape;1488;p70"/>
          <p:cNvSpPr txBox="1"/>
          <p:nvPr>
            <p:ph idx="4294967295" type="subTitle"/>
          </p:nvPr>
        </p:nvSpPr>
        <p:spPr>
          <a:xfrm>
            <a:off x="1018739" y="2503958"/>
            <a:ext cx="30945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Date &amp; numeric inconsistencies</a:t>
            </a:r>
            <a:endParaRPr/>
          </a:p>
        </p:txBody>
      </p:sp>
      <p:sp>
        <p:nvSpPr>
          <p:cNvPr id="1489" name="Google Shape;1489;p70"/>
          <p:cNvSpPr/>
          <p:nvPr/>
        </p:nvSpPr>
        <p:spPr>
          <a:xfrm>
            <a:off x="548050" y="3152125"/>
            <a:ext cx="4035900" cy="57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100000">
                <a:srgbClr val="F9F8FF">
                  <a:alpha val="86666"/>
                </a:srgbClr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57150">
              <a:schemeClr val="dk1">
                <a:alpha val="1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70"/>
          <p:cNvSpPr/>
          <p:nvPr/>
        </p:nvSpPr>
        <p:spPr>
          <a:xfrm>
            <a:off x="932025" y="2988400"/>
            <a:ext cx="3267900" cy="345900"/>
          </a:xfrm>
          <a:prstGeom prst="roundRect">
            <a:avLst>
              <a:gd fmla="val 44714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70"/>
          <p:cNvSpPr txBox="1"/>
          <p:nvPr>
            <p:ph idx="4294967295" type="title"/>
          </p:nvPr>
        </p:nvSpPr>
        <p:spPr>
          <a:xfrm>
            <a:off x="1027100" y="3028904"/>
            <a:ext cx="3094500" cy="305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OUTLIERS</a:t>
            </a:r>
            <a:endParaRPr sz="1600"/>
          </a:p>
        </p:txBody>
      </p:sp>
      <p:sp>
        <p:nvSpPr>
          <p:cNvPr id="1492" name="Google Shape;1492;p70"/>
          <p:cNvSpPr txBox="1"/>
          <p:nvPr>
            <p:ph idx="4294967295" type="subTitle"/>
          </p:nvPr>
        </p:nvSpPr>
        <p:spPr>
          <a:xfrm>
            <a:off x="1027089" y="3283370"/>
            <a:ext cx="30945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Z-score Detection</a:t>
            </a:r>
            <a:endParaRPr/>
          </a:p>
        </p:txBody>
      </p:sp>
      <p:sp>
        <p:nvSpPr>
          <p:cNvPr id="1493" name="Google Shape;1493;p70"/>
          <p:cNvSpPr/>
          <p:nvPr/>
        </p:nvSpPr>
        <p:spPr>
          <a:xfrm>
            <a:off x="548050" y="4037127"/>
            <a:ext cx="4035900" cy="57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100000">
                <a:srgbClr val="F9F8FF">
                  <a:alpha val="86666"/>
                </a:srgbClr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57150">
              <a:schemeClr val="dk1">
                <a:alpha val="1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70"/>
          <p:cNvSpPr/>
          <p:nvPr/>
        </p:nvSpPr>
        <p:spPr>
          <a:xfrm>
            <a:off x="932025" y="3882225"/>
            <a:ext cx="3267900" cy="345900"/>
          </a:xfrm>
          <a:prstGeom prst="roundRect">
            <a:avLst>
              <a:gd fmla="val 44714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70"/>
          <p:cNvSpPr txBox="1"/>
          <p:nvPr>
            <p:ph idx="4294967295" type="title"/>
          </p:nvPr>
        </p:nvSpPr>
        <p:spPr>
          <a:xfrm>
            <a:off x="1027100" y="3922729"/>
            <a:ext cx="3094500" cy="305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DUPLICATES</a:t>
            </a:r>
            <a:endParaRPr sz="1600"/>
          </a:p>
        </p:txBody>
      </p:sp>
      <p:sp>
        <p:nvSpPr>
          <p:cNvPr id="1496" name="Google Shape;1496;p70"/>
          <p:cNvSpPr txBox="1"/>
          <p:nvPr>
            <p:ph idx="4294967295" type="subTitle"/>
          </p:nvPr>
        </p:nvSpPr>
        <p:spPr>
          <a:xfrm>
            <a:off x="1027089" y="4177195"/>
            <a:ext cx="30945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Record Identification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71"/>
          <p:cNvSpPr txBox="1"/>
          <p:nvPr>
            <p:ph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4: INTERACTIVE CLEANING</a:t>
            </a:r>
            <a:endParaRPr/>
          </a:p>
        </p:txBody>
      </p:sp>
      <p:grpSp>
        <p:nvGrpSpPr>
          <p:cNvPr id="1502" name="Google Shape;1502;p71"/>
          <p:cNvGrpSpPr/>
          <p:nvPr/>
        </p:nvGrpSpPr>
        <p:grpSpPr>
          <a:xfrm>
            <a:off x="448650" y="1365761"/>
            <a:ext cx="8300602" cy="3233406"/>
            <a:chOff x="1242328" y="2873514"/>
            <a:chExt cx="3087103" cy="1566269"/>
          </a:xfrm>
        </p:grpSpPr>
        <p:sp>
          <p:nvSpPr>
            <p:cNvPr id="1503" name="Google Shape;1503;p71"/>
            <p:cNvSpPr/>
            <p:nvPr/>
          </p:nvSpPr>
          <p:spPr>
            <a:xfrm>
              <a:off x="1455348" y="2874888"/>
              <a:ext cx="620167" cy="345114"/>
            </a:xfrm>
            <a:custGeom>
              <a:rect b="b" l="l" r="r" t="t"/>
              <a:pathLst>
                <a:path extrusionOk="0" h="8039" w="14446">
                  <a:moveTo>
                    <a:pt x="4006" y="0"/>
                  </a:moveTo>
                  <a:cubicBezTo>
                    <a:pt x="1787" y="0"/>
                    <a:pt x="1" y="1805"/>
                    <a:pt x="1" y="4010"/>
                  </a:cubicBezTo>
                  <a:cubicBezTo>
                    <a:pt x="1" y="6234"/>
                    <a:pt x="1787" y="8039"/>
                    <a:pt x="4006" y="8039"/>
                  </a:cubicBezTo>
                  <a:lnTo>
                    <a:pt x="9526" y="8039"/>
                  </a:lnTo>
                  <a:cubicBezTo>
                    <a:pt x="11388" y="8039"/>
                    <a:pt x="12955" y="6767"/>
                    <a:pt x="13412" y="5043"/>
                  </a:cubicBezTo>
                  <a:lnTo>
                    <a:pt x="14445" y="4010"/>
                  </a:lnTo>
                  <a:lnTo>
                    <a:pt x="13412" y="2996"/>
                  </a:lnTo>
                  <a:cubicBezTo>
                    <a:pt x="12955" y="1272"/>
                    <a:pt x="11388" y="0"/>
                    <a:pt x="9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MISSING VALUES</a:t>
              </a:r>
              <a:endParaRPr/>
            </a:p>
          </p:txBody>
        </p:sp>
        <p:sp>
          <p:nvSpPr>
            <p:cNvPr id="1504" name="Google Shape;1504;p71"/>
            <p:cNvSpPr/>
            <p:nvPr/>
          </p:nvSpPr>
          <p:spPr>
            <a:xfrm>
              <a:off x="2255184" y="3109159"/>
              <a:ext cx="1083639" cy="1082823"/>
            </a:xfrm>
            <a:custGeom>
              <a:rect b="b" l="l" r="r" t="t"/>
              <a:pathLst>
                <a:path extrusionOk="0" h="25223" w="25242">
                  <a:moveTo>
                    <a:pt x="12621" y="4725"/>
                  </a:moveTo>
                  <a:cubicBezTo>
                    <a:pt x="16969" y="4725"/>
                    <a:pt x="20498" y="8254"/>
                    <a:pt x="20498" y="12621"/>
                  </a:cubicBezTo>
                  <a:cubicBezTo>
                    <a:pt x="20498" y="16969"/>
                    <a:pt x="16969" y="20498"/>
                    <a:pt x="12621" y="20498"/>
                  </a:cubicBezTo>
                  <a:cubicBezTo>
                    <a:pt x="8278" y="20498"/>
                    <a:pt x="4725" y="16969"/>
                    <a:pt x="4725" y="12621"/>
                  </a:cubicBezTo>
                  <a:cubicBezTo>
                    <a:pt x="4725" y="8254"/>
                    <a:pt x="8278" y="4725"/>
                    <a:pt x="12621" y="4725"/>
                  </a:cubicBezTo>
                  <a:close/>
                  <a:moveTo>
                    <a:pt x="12621" y="1"/>
                  </a:moveTo>
                  <a:cubicBezTo>
                    <a:pt x="5658" y="1"/>
                    <a:pt x="1" y="5658"/>
                    <a:pt x="1" y="12621"/>
                  </a:cubicBezTo>
                  <a:cubicBezTo>
                    <a:pt x="1" y="19565"/>
                    <a:pt x="5658" y="25222"/>
                    <a:pt x="12621" y="25222"/>
                  </a:cubicBezTo>
                  <a:cubicBezTo>
                    <a:pt x="19565" y="25222"/>
                    <a:pt x="25241" y="19565"/>
                    <a:pt x="25241" y="12621"/>
                  </a:cubicBezTo>
                  <a:cubicBezTo>
                    <a:pt x="25241" y="5658"/>
                    <a:pt x="19565" y="1"/>
                    <a:pt x="12621" y="1"/>
                  </a:cubicBezTo>
                  <a:close/>
                </a:path>
              </a:pathLst>
            </a:custGeom>
            <a:gradFill>
              <a:gsLst>
                <a:gs pos="0">
                  <a:srgbClr val="66BEE9">
                    <a:alpha val="34509"/>
                  </a:srgbClr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71"/>
            <p:cNvSpPr/>
            <p:nvPr/>
          </p:nvSpPr>
          <p:spPr>
            <a:xfrm>
              <a:off x="2407716" y="3267615"/>
              <a:ext cx="778578" cy="778578"/>
            </a:xfrm>
            <a:custGeom>
              <a:rect b="b" l="l" r="r" t="t"/>
              <a:pathLst>
                <a:path extrusionOk="0" h="18136" w="18136">
                  <a:moveTo>
                    <a:pt x="9068" y="1"/>
                  </a:moveTo>
                  <a:cubicBezTo>
                    <a:pt x="4048" y="1"/>
                    <a:pt x="0" y="4049"/>
                    <a:pt x="0" y="9068"/>
                  </a:cubicBezTo>
                  <a:cubicBezTo>
                    <a:pt x="0" y="14069"/>
                    <a:pt x="4048" y="18136"/>
                    <a:pt x="9068" y="18136"/>
                  </a:cubicBezTo>
                  <a:cubicBezTo>
                    <a:pt x="14069" y="18136"/>
                    <a:pt x="18136" y="14069"/>
                    <a:pt x="18136" y="9068"/>
                  </a:cubicBezTo>
                  <a:cubicBezTo>
                    <a:pt x="18136" y="4049"/>
                    <a:pt x="14069" y="1"/>
                    <a:pt x="9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71"/>
            <p:cNvSpPr/>
            <p:nvPr/>
          </p:nvSpPr>
          <p:spPr>
            <a:xfrm>
              <a:off x="2946836" y="2873514"/>
              <a:ext cx="667175" cy="1563811"/>
            </a:xfrm>
            <a:custGeom>
              <a:rect b="b" l="l" r="r" t="t"/>
              <a:pathLst>
                <a:path extrusionOk="0" h="36427" w="15541">
                  <a:moveTo>
                    <a:pt x="1700" y="1"/>
                  </a:moveTo>
                  <a:cubicBezTo>
                    <a:pt x="1049" y="1"/>
                    <a:pt x="451" y="426"/>
                    <a:pt x="239" y="1085"/>
                  </a:cubicBezTo>
                  <a:cubicBezTo>
                    <a:pt x="1" y="1880"/>
                    <a:pt x="439" y="2751"/>
                    <a:pt x="1253" y="2989"/>
                  </a:cubicBezTo>
                  <a:cubicBezTo>
                    <a:pt x="2263" y="3309"/>
                    <a:pt x="3258" y="3723"/>
                    <a:pt x="4211" y="4261"/>
                  </a:cubicBezTo>
                  <a:cubicBezTo>
                    <a:pt x="7383" y="6004"/>
                    <a:pt x="9807" y="8742"/>
                    <a:pt x="11173" y="11957"/>
                  </a:cubicBezTo>
                  <a:cubicBezTo>
                    <a:pt x="12026" y="13905"/>
                    <a:pt x="12464" y="16048"/>
                    <a:pt x="12464" y="18248"/>
                  </a:cubicBezTo>
                  <a:cubicBezTo>
                    <a:pt x="12464" y="20453"/>
                    <a:pt x="12007" y="22615"/>
                    <a:pt x="11154" y="24601"/>
                  </a:cubicBezTo>
                  <a:cubicBezTo>
                    <a:pt x="10240" y="26663"/>
                    <a:pt x="8911" y="28549"/>
                    <a:pt x="7225" y="30078"/>
                  </a:cubicBezTo>
                  <a:cubicBezTo>
                    <a:pt x="5520" y="31626"/>
                    <a:pt x="3573" y="32754"/>
                    <a:pt x="1411" y="33450"/>
                  </a:cubicBezTo>
                  <a:cubicBezTo>
                    <a:pt x="596" y="33707"/>
                    <a:pt x="163" y="34559"/>
                    <a:pt x="420" y="35374"/>
                  </a:cubicBezTo>
                  <a:cubicBezTo>
                    <a:pt x="620" y="36007"/>
                    <a:pt x="1234" y="36426"/>
                    <a:pt x="1868" y="36426"/>
                  </a:cubicBezTo>
                  <a:cubicBezTo>
                    <a:pt x="2025" y="36426"/>
                    <a:pt x="2187" y="36407"/>
                    <a:pt x="2344" y="36345"/>
                  </a:cubicBezTo>
                  <a:cubicBezTo>
                    <a:pt x="4925" y="35531"/>
                    <a:pt x="7244" y="34183"/>
                    <a:pt x="9268" y="32359"/>
                  </a:cubicBezTo>
                  <a:cubicBezTo>
                    <a:pt x="11631" y="30216"/>
                    <a:pt x="13398" y="27535"/>
                    <a:pt x="14431" y="24601"/>
                  </a:cubicBezTo>
                  <a:cubicBezTo>
                    <a:pt x="15145" y="22577"/>
                    <a:pt x="15541" y="20434"/>
                    <a:pt x="15541" y="18248"/>
                  </a:cubicBezTo>
                  <a:cubicBezTo>
                    <a:pt x="15541" y="16067"/>
                    <a:pt x="15164" y="13943"/>
                    <a:pt x="14469" y="11957"/>
                  </a:cubicBezTo>
                  <a:cubicBezTo>
                    <a:pt x="12940" y="7595"/>
                    <a:pt x="9845" y="3861"/>
                    <a:pt x="5678" y="1580"/>
                  </a:cubicBezTo>
                  <a:cubicBezTo>
                    <a:pt x="4568" y="946"/>
                    <a:pt x="3377" y="451"/>
                    <a:pt x="2168" y="75"/>
                  </a:cubicBezTo>
                  <a:cubicBezTo>
                    <a:pt x="2012" y="25"/>
                    <a:pt x="1855" y="1"/>
                    <a:pt x="17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71"/>
            <p:cNvSpPr/>
            <p:nvPr/>
          </p:nvSpPr>
          <p:spPr>
            <a:xfrm>
              <a:off x="1980000" y="2876004"/>
              <a:ext cx="667175" cy="1563768"/>
            </a:xfrm>
            <a:custGeom>
              <a:rect b="b" l="l" r="r" t="t"/>
              <a:pathLst>
                <a:path extrusionOk="0" h="36426" w="15541">
                  <a:moveTo>
                    <a:pt x="13663" y="1"/>
                  </a:moveTo>
                  <a:cubicBezTo>
                    <a:pt x="13508" y="1"/>
                    <a:pt x="13351" y="24"/>
                    <a:pt x="13197" y="74"/>
                  </a:cubicBezTo>
                  <a:cubicBezTo>
                    <a:pt x="10835" y="826"/>
                    <a:pt x="8654" y="2041"/>
                    <a:pt x="6749" y="3646"/>
                  </a:cubicBezTo>
                  <a:cubicBezTo>
                    <a:pt x="4129" y="5870"/>
                    <a:pt x="2186" y="8727"/>
                    <a:pt x="1072" y="11899"/>
                  </a:cubicBezTo>
                  <a:cubicBezTo>
                    <a:pt x="377" y="13885"/>
                    <a:pt x="0" y="16009"/>
                    <a:pt x="0" y="18190"/>
                  </a:cubicBezTo>
                  <a:cubicBezTo>
                    <a:pt x="0" y="20376"/>
                    <a:pt x="377" y="22519"/>
                    <a:pt x="1091" y="24543"/>
                  </a:cubicBezTo>
                  <a:cubicBezTo>
                    <a:pt x="2401" y="28191"/>
                    <a:pt x="4782" y="31406"/>
                    <a:pt x="8020" y="33687"/>
                  </a:cubicBezTo>
                  <a:cubicBezTo>
                    <a:pt x="9644" y="34859"/>
                    <a:pt x="11449" y="35754"/>
                    <a:pt x="13378" y="36349"/>
                  </a:cubicBezTo>
                  <a:cubicBezTo>
                    <a:pt x="13516" y="36406"/>
                    <a:pt x="13673" y="36425"/>
                    <a:pt x="13830" y="36425"/>
                  </a:cubicBezTo>
                  <a:cubicBezTo>
                    <a:pt x="14469" y="36425"/>
                    <a:pt x="15083" y="36011"/>
                    <a:pt x="15283" y="35354"/>
                  </a:cubicBezTo>
                  <a:cubicBezTo>
                    <a:pt x="15540" y="34544"/>
                    <a:pt x="15083" y="33687"/>
                    <a:pt x="14269" y="33430"/>
                  </a:cubicBezTo>
                  <a:cubicBezTo>
                    <a:pt x="12683" y="32935"/>
                    <a:pt x="11154" y="32182"/>
                    <a:pt x="9782" y="31211"/>
                  </a:cubicBezTo>
                  <a:cubicBezTo>
                    <a:pt x="7382" y="29501"/>
                    <a:pt x="5539" y="27182"/>
                    <a:pt x="4387" y="24543"/>
                  </a:cubicBezTo>
                  <a:cubicBezTo>
                    <a:pt x="3534" y="22557"/>
                    <a:pt x="3058" y="20395"/>
                    <a:pt x="3058" y="18190"/>
                  </a:cubicBezTo>
                  <a:cubicBezTo>
                    <a:pt x="3058" y="15990"/>
                    <a:pt x="3515" y="13866"/>
                    <a:pt x="4348" y="11899"/>
                  </a:cubicBezTo>
                  <a:cubicBezTo>
                    <a:pt x="5320" y="9637"/>
                    <a:pt x="6806" y="7613"/>
                    <a:pt x="8735" y="5989"/>
                  </a:cubicBezTo>
                  <a:cubicBezTo>
                    <a:pt x="10340" y="4636"/>
                    <a:pt x="12145" y="3627"/>
                    <a:pt x="14130" y="2993"/>
                  </a:cubicBezTo>
                  <a:cubicBezTo>
                    <a:pt x="14926" y="2731"/>
                    <a:pt x="15378" y="1860"/>
                    <a:pt x="15121" y="1065"/>
                  </a:cubicBezTo>
                  <a:cubicBezTo>
                    <a:pt x="14914" y="412"/>
                    <a:pt x="14307" y="1"/>
                    <a:pt x="136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71"/>
            <p:cNvSpPr/>
            <p:nvPr/>
          </p:nvSpPr>
          <p:spPr>
            <a:xfrm>
              <a:off x="1455351" y="4083812"/>
              <a:ext cx="649384" cy="345758"/>
            </a:xfrm>
            <a:custGeom>
              <a:rect b="b" l="l" r="r" t="t"/>
              <a:pathLst>
                <a:path extrusionOk="0" h="8054" w="14446">
                  <a:moveTo>
                    <a:pt x="4006" y="0"/>
                  </a:moveTo>
                  <a:cubicBezTo>
                    <a:pt x="1787" y="0"/>
                    <a:pt x="1" y="1805"/>
                    <a:pt x="1" y="4029"/>
                  </a:cubicBezTo>
                  <a:cubicBezTo>
                    <a:pt x="1" y="6248"/>
                    <a:pt x="1787" y="8053"/>
                    <a:pt x="4006" y="8053"/>
                  </a:cubicBezTo>
                  <a:lnTo>
                    <a:pt x="9526" y="8053"/>
                  </a:lnTo>
                  <a:cubicBezTo>
                    <a:pt x="11388" y="8053"/>
                    <a:pt x="12955" y="6787"/>
                    <a:pt x="13412" y="5058"/>
                  </a:cubicBezTo>
                  <a:lnTo>
                    <a:pt x="14445" y="4029"/>
                  </a:lnTo>
                  <a:lnTo>
                    <a:pt x="13412" y="2996"/>
                  </a:lnTo>
                  <a:cubicBezTo>
                    <a:pt x="12955" y="1267"/>
                    <a:pt x="11388" y="0"/>
                    <a:pt x="95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VALUE ROUNDING</a:t>
              </a:r>
              <a:endParaRPr/>
            </a:p>
          </p:txBody>
        </p:sp>
        <p:sp>
          <p:nvSpPr>
            <p:cNvPr id="1509" name="Google Shape;1509;p71"/>
            <p:cNvSpPr/>
            <p:nvPr/>
          </p:nvSpPr>
          <p:spPr>
            <a:xfrm>
              <a:off x="1242328" y="3487416"/>
              <a:ext cx="702821" cy="345157"/>
            </a:xfrm>
            <a:custGeom>
              <a:rect b="b" l="l" r="r" t="t"/>
              <a:pathLst>
                <a:path extrusionOk="0" h="8040" w="14445">
                  <a:moveTo>
                    <a:pt x="4030" y="0"/>
                  </a:moveTo>
                  <a:cubicBezTo>
                    <a:pt x="1805" y="0"/>
                    <a:pt x="1" y="1805"/>
                    <a:pt x="1" y="4029"/>
                  </a:cubicBezTo>
                  <a:cubicBezTo>
                    <a:pt x="1" y="6253"/>
                    <a:pt x="1805" y="8039"/>
                    <a:pt x="4030" y="8039"/>
                  </a:cubicBezTo>
                  <a:lnTo>
                    <a:pt x="9525" y="8039"/>
                  </a:lnTo>
                  <a:cubicBezTo>
                    <a:pt x="11411" y="8039"/>
                    <a:pt x="12978" y="6768"/>
                    <a:pt x="13435" y="5039"/>
                  </a:cubicBezTo>
                  <a:lnTo>
                    <a:pt x="14445" y="4029"/>
                  </a:lnTo>
                  <a:lnTo>
                    <a:pt x="13435" y="2996"/>
                  </a:lnTo>
                  <a:cubicBezTo>
                    <a:pt x="12978" y="1272"/>
                    <a:pt x="11411" y="0"/>
                    <a:pt x="9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FORMAT CORRECTION</a:t>
              </a:r>
              <a:endParaRPr/>
            </a:p>
          </p:txBody>
        </p:sp>
        <p:sp>
          <p:nvSpPr>
            <p:cNvPr id="1510" name="Google Shape;1510;p71"/>
            <p:cNvSpPr/>
            <p:nvPr/>
          </p:nvSpPr>
          <p:spPr>
            <a:xfrm>
              <a:off x="3524422" y="4083809"/>
              <a:ext cx="621154" cy="345758"/>
            </a:xfrm>
            <a:custGeom>
              <a:rect b="b" l="l" r="r" t="t"/>
              <a:pathLst>
                <a:path extrusionOk="0" h="8054" w="14469">
                  <a:moveTo>
                    <a:pt x="4925" y="0"/>
                  </a:moveTo>
                  <a:cubicBezTo>
                    <a:pt x="3058" y="0"/>
                    <a:pt x="1491" y="1267"/>
                    <a:pt x="1034" y="2996"/>
                  </a:cubicBezTo>
                  <a:lnTo>
                    <a:pt x="1" y="4029"/>
                  </a:lnTo>
                  <a:lnTo>
                    <a:pt x="1034" y="5058"/>
                  </a:lnTo>
                  <a:cubicBezTo>
                    <a:pt x="1491" y="6787"/>
                    <a:pt x="3058" y="8053"/>
                    <a:pt x="4925" y="8053"/>
                  </a:cubicBezTo>
                  <a:lnTo>
                    <a:pt x="10440" y="8053"/>
                  </a:lnTo>
                  <a:cubicBezTo>
                    <a:pt x="12664" y="8053"/>
                    <a:pt x="14469" y="6248"/>
                    <a:pt x="14469" y="4029"/>
                  </a:cubicBezTo>
                  <a:cubicBezTo>
                    <a:pt x="14469" y="1805"/>
                    <a:pt x="12664" y="0"/>
                    <a:pt x="104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HISTORY TRACKING</a:t>
              </a:r>
              <a:endParaRPr/>
            </a:p>
          </p:txBody>
        </p:sp>
        <p:sp>
          <p:nvSpPr>
            <p:cNvPr id="1511" name="Google Shape;1511;p71"/>
            <p:cNvSpPr/>
            <p:nvPr/>
          </p:nvSpPr>
          <p:spPr>
            <a:xfrm>
              <a:off x="3524425" y="2874889"/>
              <a:ext cx="649369" cy="345114"/>
            </a:xfrm>
            <a:custGeom>
              <a:rect b="b" l="l" r="r" t="t"/>
              <a:pathLst>
                <a:path extrusionOk="0" h="8039" w="14469">
                  <a:moveTo>
                    <a:pt x="4925" y="0"/>
                  </a:moveTo>
                  <a:cubicBezTo>
                    <a:pt x="3058" y="0"/>
                    <a:pt x="1491" y="1272"/>
                    <a:pt x="1034" y="2996"/>
                  </a:cubicBezTo>
                  <a:lnTo>
                    <a:pt x="1" y="4010"/>
                  </a:lnTo>
                  <a:lnTo>
                    <a:pt x="1034" y="5043"/>
                  </a:lnTo>
                  <a:cubicBezTo>
                    <a:pt x="1491" y="6767"/>
                    <a:pt x="3058" y="8039"/>
                    <a:pt x="4925" y="8039"/>
                  </a:cubicBezTo>
                  <a:lnTo>
                    <a:pt x="10440" y="8039"/>
                  </a:lnTo>
                  <a:cubicBezTo>
                    <a:pt x="12664" y="8039"/>
                    <a:pt x="14469" y="6234"/>
                    <a:pt x="14469" y="4010"/>
                  </a:cubicBezTo>
                  <a:cubicBezTo>
                    <a:pt x="14469" y="1805"/>
                    <a:pt x="12664" y="0"/>
                    <a:pt x="10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OUTLIER HANDLING</a:t>
              </a:r>
              <a:endParaRPr/>
            </a:p>
          </p:txBody>
        </p:sp>
        <p:sp>
          <p:nvSpPr>
            <p:cNvPr id="1512" name="Google Shape;1512;p71"/>
            <p:cNvSpPr/>
            <p:nvPr/>
          </p:nvSpPr>
          <p:spPr>
            <a:xfrm>
              <a:off x="3708224" y="3436941"/>
              <a:ext cx="621207" cy="380264"/>
            </a:xfrm>
            <a:custGeom>
              <a:rect b="b" l="l" r="r" t="t"/>
              <a:pathLst>
                <a:path extrusionOk="0" h="8059" w="14445">
                  <a:moveTo>
                    <a:pt x="4920" y="1"/>
                  </a:moveTo>
                  <a:cubicBezTo>
                    <a:pt x="3058" y="1"/>
                    <a:pt x="1467" y="1273"/>
                    <a:pt x="1034" y="2997"/>
                  </a:cubicBezTo>
                  <a:lnTo>
                    <a:pt x="0" y="4030"/>
                  </a:lnTo>
                  <a:lnTo>
                    <a:pt x="1034" y="5059"/>
                  </a:lnTo>
                  <a:cubicBezTo>
                    <a:pt x="1467" y="6787"/>
                    <a:pt x="3058" y="8059"/>
                    <a:pt x="4920" y="8059"/>
                  </a:cubicBezTo>
                  <a:lnTo>
                    <a:pt x="10420" y="8059"/>
                  </a:lnTo>
                  <a:cubicBezTo>
                    <a:pt x="12640" y="8059"/>
                    <a:pt x="14445" y="6249"/>
                    <a:pt x="14445" y="4030"/>
                  </a:cubicBezTo>
                  <a:cubicBezTo>
                    <a:pt x="14445" y="1806"/>
                    <a:pt x="12640" y="1"/>
                    <a:pt x="10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DUPLICATE REMOVAL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71"/>
            <p:cNvSpPr/>
            <p:nvPr/>
          </p:nvSpPr>
          <p:spPr>
            <a:xfrm>
              <a:off x="2025979" y="2876004"/>
              <a:ext cx="614242" cy="510867"/>
            </a:xfrm>
            <a:custGeom>
              <a:rect b="b" l="l" r="r" t="t"/>
              <a:pathLst>
                <a:path extrusionOk="0" h="11900" w="14308">
                  <a:moveTo>
                    <a:pt x="12592" y="1"/>
                  </a:moveTo>
                  <a:cubicBezTo>
                    <a:pt x="12437" y="1"/>
                    <a:pt x="12280" y="24"/>
                    <a:pt x="12126" y="74"/>
                  </a:cubicBezTo>
                  <a:cubicBezTo>
                    <a:pt x="9764" y="826"/>
                    <a:pt x="7583" y="2041"/>
                    <a:pt x="5678" y="3646"/>
                  </a:cubicBezTo>
                  <a:cubicBezTo>
                    <a:pt x="3058" y="5870"/>
                    <a:pt x="1115" y="8727"/>
                    <a:pt x="1" y="11899"/>
                  </a:cubicBezTo>
                  <a:lnTo>
                    <a:pt x="3277" y="11899"/>
                  </a:lnTo>
                  <a:cubicBezTo>
                    <a:pt x="4249" y="9637"/>
                    <a:pt x="5735" y="7613"/>
                    <a:pt x="7664" y="5989"/>
                  </a:cubicBezTo>
                  <a:cubicBezTo>
                    <a:pt x="9269" y="4636"/>
                    <a:pt x="11074" y="3627"/>
                    <a:pt x="13059" y="2993"/>
                  </a:cubicBezTo>
                  <a:cubicBezTo>
                    <a:pt x="13855" y="2731"/>
                    <a:pt x="14307" y="1860"/>
                    <a:pt x="14050" y="1065"/>
                  </a:cubicBezTo>
                  <a:cubicBezTo>
                    <a:pt x="13843" y="412"/>
                    <a:pt x="13236" y="1"/>
                    <a:pt x="125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71"/>
            <p:cNvSpPr/>
            <p:nvPr/>
          </p:nvSpPr>
          <p:spPr>
            <a:xfrm>
              <a:off x="2946836" y="2873514"/>
              <a:ext cx="621197" cy="513357"/>
            </a:xfrm>
            <a:custGeom>
              <a:rect b="b" l="l" r="r" t="t"/>
              <a:pathLst>
                <a:path extrusionOk="0" h="11958" w="14470">
                  <a:moveTo>
                    <a:pt x="1700" y="1"/>
                  </a:moveTo>
                  <a:cubicBezTo>
                    <a:pt x="1049" y="1"/>
                    <a:pt x="451" y="426"/>
                    <a:pt x="239" y="1085"/>
                  </a:cubicBezTo>
                  <a:cubicBezTo>
                    <a:pt x="1" y="1880"/>
                    <a:pt x="439" y="2751"/>
                    <a:pt x="1253" y="2989"/>
                  </a:cubicBezTo>
                  <a:cubicBezTo>
                    <a:pt x="2263" y="3309"/>
                    <a:pt x="3258" y="3723"/>
                    <a:pt x="4211" y="4261"/>
                  </a:cubicBezTo>
                  <a:cubicBezTo>
                    <a:pt x="7383" y="6004"/>
                    <a:pt x="9807" y="8742"/>
                    <a:pt x="11173" y="11957"/>
                  </a:cubicBezTo>
                  <a:lnTo>
                    <a:pt x="14469" y="11957"/>
                  </a:lnTo>
                  <a:cubicBezTo>
                    <a:pt x="12940" y="7595"/>
                    <a:pt x="9845" y="3861"/>
                    <a:pt x="5678" y="1580"/>
                  </a:cubicBezTo>
                  <a:cubicBezTo>
                    <a:pt x="4568" y="946"/>
                    <a:pt x="3377" y="451"/>
                    <a:pt x="2168" y="75"/>
                  </a:cubicBezTo>
                  <a:cubicBezTo>
                    <a:pt x="2012" y="25"/>
                    <a:pt x="1855" y="1"/>
                    <a:pt x="17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71"/>
            <p:cNvSpPr/>
            <p:nvPr/>
          </p:nvSpPr>
          <p:spPr>
            <a:xfrm>
              <a:off x="2026795" y="3929646"/>
              <a:ext cx="620381" cy="510137"/>
            </a:xfrm>
            <a:custGeom>
              <a:rect b="b" l="l" r="r" t="t"/>
              <a:pathLst>
                <a:path extrusionOk="0" h="11883" w="14451">
                  <a:moveTo>
                    <a:pt x="1" y="0"/>
                  </a:moveTo>
                  <a:cubicBezTo>
                    <a:pt x="1311" y="3648"/>
                    <a:pt x="3692" y="6863"/>
                    <a:pt x="6930" y="9144"/>
                  </a:cubicBezTo>
                  <a:cubicBezTo>
                    <a:pt x="8554" y="10316"/>
                    <a:pt x="10359" y="11211"/>
                    <a:pt x="12288" y="11806"/>
                  </a:cubicBezTo>
                  <a:cubicBezTo>
                    <a:pt x="12426" y="11863"/>
                    <a:pt x="12583" y="11882"/>
                    <a:pt x="12740" y="11882"/>
                  </a:cubicBezTo>
                  <a:cubicBezTo>
                    <a:pt x="13379" y="11882"/>
                    <a:pt x="13993" y="11468"/>
                    <a:pt x="14193" y="10811"/>
                  </a:cubicBezTo>
                  <a:cubicBezTo>
                    <a:pt x="14450" y="10001"/>
                    <a:pt x="13993" y="9144"/>
                    <a:pt x="13179" y="8887"/>
                  </a:cubicBezTo>
                  <a:cubicBezTo>
                    <a:pt x="11593" y="8392"/>
                    <a:pt x="10064" y="7639"/>
                    <a:pt x="8692" y="6668"/>
                  </a:cubicBezTo>
                  <a:cubicBezTo>
                    <a:pt x="6292" y="4958"/>
                    <a:pt x="4449" y="2639"/>
                    <a:pt x="3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71"/>
            <p:cNvSpPr/>
            <p:nvPr/>
          </p:nvSpPr>
          <p:spPr>
            <a:xfrm>
              <a:off x="2953791" y="3929646"/>
              <a:ext cx="612568" cy="507690"/>
            </a:xfrm>
            <a:custGeom>
              <a:rect b="b" l="l" r="r" t="t"/>
              <a:pathLst>
                <a:path extrusionOk="0" h="11826" w="14269">
                  <a:moveTo>
                    <a:pt x="10992" y="0"/>
                  </a:moveTo>
                  <a:cubicBezTo>
                    <a:pt x="10078" y="2062"/>
                    <a:pt x="8749" y="3948"/>
                    <a:pt x="7063" y="5477"/>
                  </a:cubicBezTo>
                  <a:cubicBezTo>
                    <a:pt x="5358" y="7025"/>
                    <a:pt x="3411" y="8153"/>
                    <a:pt x="1249" y="8849"/>
                  </a:cubicBezTo>
                  <a:cubicBezTo>
                    <a:pt x="434" y="9106"/>
                    <a:pt x="1" y="9958"/>
                    <a:pt x="258" y="10773"/>
                  </a:cubicBezTo>
                  <a:cubicBezTo>
                    <a:pt x="458" y="11406"/>
                    <a:pt x="1072" y="11825"/>
                    <a:pt x="1706" y="11825"/>
                  </a:cubicBezTo>
                  <a:cubicBezTo>
                    <a:pt x="1863" y="11825"/>
                    <a:pt x="2025" y="11806"/>
                    <a:pt x="2182" y="11744"/>
                  </a:cubicBezTo>
                  <a:cubicBezTo>
                    <a:pt x="4763" y="10930"/>
                    <a:pt x="7082" y="9582"/>
                    <a:pt x="9106" y="7758"/>
                  </a:cubicBezTo>
                  <a:cubicBezTo>
                    <a:pt x="11469" y="5615"/>
                    <a:pt x="13236" y="2934"/>
                    <a:pt x="14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123010" rotWithShape="0" algn="bl" dir="5400000" dist="102509">
                <a:schemeClr val="dk1">
                  <a:alpha val="13000"/>
                </a:schemeClr>
              </a:outerShdw>
            </a:effectLst>
          </p:spPr>
          <p:txBody>
            <a:bodyPr anchorCtr="0" anchor="ctr" bIns="196800" lIns="196800" spcFirstLastPara="1" rIns="196800" wrap="square" tIns="19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7" name="Google Shape;1517;p71"/>
          <p:cNvGrpSpPr/>
          <p:nvPr/>
        </p:nvGrpSpPr>
        <p:grpSpPr>
          <a:xfrm>
            <a:off x="4122740" y="2468303"/>
            <a:ext cx="1028187" cy="1028334"/>
            <a:chOff x="1001113" y="1462075"/>
            <a:chExt cx="349450" cy="349500"/>
          </a:xfrm>
        </p:grpSpPr>
        <p:sp>
          <p:nvSpPr>
            <p:cNvPr id="1518" name="Google Shape;1518;p71"/>
            <p:cNvSpPr/>
            <p:nvPr/>
          </p:nvSpPr>
          <p:spPr>
            <a:xfrm>
              <a:off x="1137338" y="1770450"/>
              <a:ext cx="213225" cy="20575"/>
            </a:xfrm>
            <a:custGeom>
              <a:rect b="b" l="l" r="r" t="t"/>
              <a:pathLst>
                <a:path extrusionOk="0" h="823" w="8529">
                  <a:moveTo>
                    <a:pt x="0" y="1"/>
                  </a:moveTo>
                  <a:cubicBezTo>
                    <a:pt x="25" y="139"/>
                    <a:pt x="36" y="267"/>
                    <a:pt x="36" y="417"/>
                  </a:cubicBezTo>
                  <a:cubicBezTo>
                    <a:pt x="36" y="556"/>
                    <a:pt x="25" y="695"/>
                    <a:pt x="0" y="822"/>
                  </a:cubicBezTo>
                  <a:lnTo>
                    <a:pt x="8112" y="822"/>
                  </a:lnTo>
                  <a:cubicBezTo>
                    <a:pt x="8345" y="822"/>
                    <a:pt x="8529" y="636"/>
                    <a:pt x="8529" y="417"/>
                  </a:cubicBezTo>
                  <a:cubicBezTo>
                    <a:pt x="8529" y="187"/>
                    <a:pt x="8345" y="1"/>
                    <a:pt x="81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69000" lIns="269000" spcFirstLastPara="1" rIns="269000" wrap="square" tIns="269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71"/>
            <p:cNvSpPr/>
            <p:nvPr/>
          </p:nvSpPr>
          <p:spPr>
            <a:xfrm>
              <a:off x="1001113" y="1770450"/>
              <a:ext cx="35925" cy="20575"/>
            </a:xfrm>
            <a:custGeom>
              <a:rect b="b" l="l" r="r" t="t"/>
              <a:pathLst>
                <a:path extrusionOk="0" h="823" w="1437">
                  <a:moveTo>
                    <a:pt x="406" y="1"/>
                  </a:moveTo>
                  <a:cubicBezTo>
                    <a:pt x="187" y="1"/>
                    <a:pt x="1" y="187"/>
                    <a:pt x="1" y="417"/>
                  </a:cubicBezTo>
                  <a:cubicBezTo>
                    <a:pt x="1" y="636"/>
                    <a:pt x="187" y="822"/>
                    <a:pt x="406" y="822"/>
                  </a:cubicBezTo>
                  <a:lnTo>
                    <a:pt x="1437" y="822"/>
                  </a:lnTo>
                  <a:cubicBezTo>
                    <a:pt x="1412" y="695"/>
                    <a:pt x="1389" y="556"/>
                    <a:pt x="1389" y="417"/>
                  </a:cubicBezTo>
                  <a:cubicBezTo>
                    <a:pt x="1389" y="267"/>
                    <a:pt x="1412" y="139"/>
                    <a:pt x="14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69000" lIns="269000" spcFirstLastPara="1" rIns="269000" wrap="square" tIns="269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71"/>
            <p:cNvSpPr/>
            <p:nvPr/>
          </p:nvSpPr>
          <p:spPr>
            <a:xfrm>
              <a:off x="1056388" y="1749900"/>
              <a:ext cx="61325" cy="61675"/>
            </a:xfrm>
            <a:custGeom>
              <a:rect b="b" l="l" r="r" t="t"/>
              <a:pathLst>
                <a:path extrusionOk="0" h="2467" w="2453">
                  <a:moveTo>
                    <a:pt x="1225" y="1"/>
                  </a:moveTo>
                  <a:cubicBezTo>
                    <a:pt x="556" y="1"/>
                    <a:pt x="0" y="556"/>
                    <a:pt x="0" y="1239"/>
                  </a:cubicBezTo>
                  <a:cubicBezTo>
                    <a:pt x="0" y="1911"/>
                    <a:pt x="556" y="2466"/>
                    <a:pt x="1225" y="2466"/>
                  </a:cubicBezTo>
                  <a:cubicBezTo>
                    <a:pt x="1908" y="2466"/>
                    <a:pt x="2452" y="1911"/>
                    <a:pt x="2452" y="1239"/>
                  </a:cubicBezTo>
                  <a:cubicBezTo>
                    <a:pt x="2452" y="903"/>
                    <a:pt x="2325" y="592"/>
                    <a:pt x="2094" y="370"/>
                  </a:cubicBezTo>
                  <a:cubicBezTo>
                    <a:pt x="1864" y="139"/>
                    <a:pt x="1550" y="1"/>
                    <a:pt x="12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69000" lIns="269000" spcFirstLastPara="1" rIns="269000" wrap="square" tIns="269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71"/>
            <p:cNvSpPr/>
            <p:nvPr/>
          </p:nvSpPr>
          <p:spPr>
            <a:xfrm>
              <a:off x="1076938" y="1591675"/>
              <a:ext cx="47725" cy="47725"/>
            </a:xfrm>
            <a:custGeom>
              <a:rect b="b" l="l" r="r" t="t"/>
              <a:pathLst>
                <a:path extrusionOk="0" h="1909" w="1909">
                  <a:moveTo>
                    <a:pt x="947" y="1"/>
                  </a:moveTo>
                  <a:cubicBezTo>
                    <a:pt x="428" y="1"/>
                    <a:pt x="0" y="428"/>
                    <a:pt x="0" y="962"/>
                  </a:cubicBezTo>
                  <a:cubicBezTo>
                    <a:pt x="0" y="1481"/>
                    <a:pt x="428" y="1909"/>
                    <a:pt x="947" y="1909"/>
                  </a:cubicBezTo>
                  <a:cubicBezTo>
                    <a:pt x="1481" y="1909"/>
                    <a:pt x="1908" y="1481"/>
                    <a:pt x="1908" y="962"/>
                  </a:cubicBezTo>
                  <a:cubicBezTo>
                    <a:pt x="1908" y="428"/>
                    <a:pt x="1481" y="1"/>
                    <a:pt x="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69000" lIns="269000" spcFirstLastPara="1" rIns="269000" wrap="square" tIns="269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71"/>
            <p:cNvSpPr/>
            <p:nvPr/>
          </p:nvSpPr>
          <p:spPr>
            <a:xfrm>
              <a:off x="1185938" y="1523425"/>
              <a:ext cx="102425" cy="107300"/>
            </a:xfrm>
            <a:custGeom>
              <a:rect b="b" l="l" r="r" t="t"/>
              <a:pathLst>
                <a:path extrusionOk="0" h="4292" w="4097">
                  <a:moveTo>
                    <a:pt x="3011" y="637"/>
                  </a:moveTo>
                  <a:cubicBezTo>
                    <a:pt x="3230" y="637"/>
                    <a:pt x="3416" y="820"/>
                    <a:pt x="3416" y="1053"/>
                  </a:cubicBezTo>
                  <a:cubicBezTo>
                    <a:pt x="3416" y="1273"/>
                    <a:pt x="3230" y="1459"/>
                    <a:pt x="3011" y="1459"/>
                  </a:cubicBezTo>
                  <a:lnTo>
                    <a:pt x="1100" y="1459"/>
                  </a:lnTo>
                  <a:cubicBezTo>
                    <a:pt x="869" y="1459"/>
                    <a:pt x="683" y="1273"/>
                    <a:pt x="683" y="1053"/>
                  </a:cubicBezTo>
                  <a:cubicBezTo>
                    <a:pt x="683" y="820"/>
                    <a:pt x="869" y="637"/>
                    <a:pt x="1100" y="637"/>
                  </a:cubicBezTo>
                  <a:close/>
                  <a:moveTo>
                    <a:pt x="3011" y="2095"/>
                  </a:moveTo>
                  <a:cubicBezTo>
                    <a:pt x="3230" y="2095"/>
                    <a:pt x="3416" y="2278"/>
                    <a:pt x="3416" y="2511"/>
                  </a:cubicBezTo>
                  <a:cubicBezTo>
                    <a:pt x="3416" y="2731"/>
                    <a:pt x="3230" y="2917"/>
                    <a:pt x="3011" y="2917"/>
                  </a:cubicBezTo>
                  <a:lnTo>
                    <a:pt x="1100" y="2917"/>
                  </a:lnTo>
                  <a:cubicBezTo>
                    <a:pt x="869" y="2917"/>
                    <a:pt x="683" y="2731"/>
                    <a:pt x="683" y="2511"/>
                  </a:cubicBezTo>
                  <a:cubicBezTo>
                    <a:pt x="683" y="2278"/>
                    <a:pt x="869" y="2095"/>
                    <a:pt x="1100" y="2095"/>
                  </a:cubicBezTo>
                  <a:close/>
                  <a:moveTo>
                    <a:pt x="0" y="1"/>
                  </a:moveTo>
                  <a:lnTo>
                    <a:pt x="0" y="4291"/>
                  </a:lnTo>
                  <a:lnTo>
                    <a:pt x="1008" y="3622"/>
                  </a:lnTo>
                  <a:cubicBezTo>
                    <a:pt x="1078" y="3575"/>
                    <a:pt x="1147" y="3553"/>
                    <a:pt x="1228" y="3553"/>
                  </a:cubicBezTo>
                  <a:lnTo>
                    <a:pt x="4096" y="3553"/>
                  </a:lnTo>
                  <a:lnTo>
                    <a:pt x="40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69000" lIns="269000" spcFirstLastPara="1" rIns="269000" wrap="square" tIns="269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71"/>
            <p:cNvSpPr/>
            <p:nvPr/>
          </p:nvSpPr>
          <p:spPr>
            <a:xfrm>
              <a:off x="1056388" y="1659925"/>
              <a:ext cx="88825" cy="68350"/>
            </a:xfrm>
            <a:custGeom>
              <a:rect b="b" l="l" r="r" t="t"/>
              <a:pathLst>
                <a:path extrusionOk="0" h="2734" w="3553">
                  <a:moveTo>
                    <a:pt x="1769" y="1"/>
                  </a:moveTo>
                  <a:cubicBezTo>
                    <a:pt x="797" y="1"/>
                    <a:pt x="0" y="800"/>
                    <a:pt x="0" y="1772"/>
                  </a:cubicBezTo>
                  <a:lnTo>
                    <a:pt x="0" y="2733"/>
                  </a:lnTo>
                  <a:lnTo>
                    <a:pt x="3552" y="2733"/>
                  </a:lnTo>
                  <a:lnTo>
                    <a:pt x="3552" y="1772"/>
                  </a:lnTo>
                  <a:cubicBezTo>
                    <a:pt x="3552" y="800"/>
                    <a:pt x="2752" y="1"/>
                    <a:pt x="17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69000" lIns="269000" spcFirstLastPara="1" rIns="269000" wrap="square" tIns="269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71"/>
            <p:cNvSpPr/>
            <p:nvPr/>
          </p:nvSpPr>
          <p:spPr>
            <a:xfrm>
              <a:off x="1001113" y="1462075"/>
              <a:ext cx="349450" cy="266200"/>
            </a:xfrm>
            <a:custGeom>
              <a:rect b="b" l="l" r="r" t="t"/>
              <a:pathLst>
                <a:path extrusionOk="0" h="10648" w="13978">
                  <a:moveTo>
                    <a:pt x="11906" y="1644"/>
                  </a:moveTo>
                  <a:cubicBezTo>
                    <a:pt x="12128" y="1644"/>
                    <a:pt x="12311" y="1816"/>
                    <a:pt x="12311" y="2050"/>
                  </a:cubicBezTo>
                  <a:lnTo>
                    <a:pt x="12311" y="6412"/>
                  </a:lnTo>
                  <a:cubicBezTo>
                    <a:pt x="12311" y="6643"/>
                    <a:pt x="12128" y="6829"/>
                    <a:pt x="11906" y="6829"/>
                  </a:cubicBezTo>
                  <a:lnTo>
                    <a:pt x="8748" y="6829"/>
                  </a:lnTo>
                  <a:lnTo>
                    <a:pt x="7221" y="7845"/>
                  </a:lnTo>
                  <a:cubicBezTo>
                    <a:pt x="7152" y="7892"/>
                    <a:pt x="7071" y="7915"/>
                    <a:pt x="6991" y="7915"/>
                  </a:cubicBezTo>
                  <a:cubicBezTo>
                    <a:pt x="6921" y="7915"/>
                    <a:pt x="6852" y="7903"/>
                    <a:pt x="6793" y="7870"/>
                  </a:cubicBezTo>
                  <a:cubicBezTo>
                    <a:pt x="6666" y="7801"/>
                    <a:pt x="6585" y="7662"/>
                    <a:pt x="6585" y="7509"/>
                  </a:cubicBezTo>
                  <a:lnTo>
                    <a:pt x="6585" y="2050"/>
                  </a:lnTo>
                  <a:cubicBezTo>
                    <a:pt x="6585" y="1816"/>
                    <a:pt x="6757" y="1644"/>
                    <a:pt x="6991" y="1644"/>
                  </a:cubicBezTo>
                  <a:close/>
                  <a:moveTo>
                    <a:pt x="1228" y="0"/>
                  </a:moveTo>
                  <a:cubicBezTo>
                    <a:pt x="556" y="0"/>
                    <a:pt x="1" y="556"/>
                    <a:pt x="1" y="1228"/>
                  </a:cubicBezTo>
                  <a:lnTo>
                    <a:pt x="1" y="10242"/>
                  </a:lnTo>
                  <a:cubicBezTo>
                    <a:pt x="1" y="10461"/>
                    <a:pt x="187" y="10647"/>
                    <a:pt x="406" y="10647"/>
                  </a:cubicBezTo>
                  <a:lnTo>
                    <a:pt x="1389" y="10647"/>
                  </a:lnTo>
                  <a:lnTo>
                    <a:pt x="1389" y="9686"/>
                  </a:lnTo>
                  <a:cubicBezTo>
                    <a:pt x="1389" y="8714"/>
                    <a:pt x="1945" y="7856"/>
                    <a:pt x="2756" y="7417"/>
                  </a:cubicBezTo>
                  <a:cubicBezTo>
                    <a:pt x="2420" y="7093"/>
                    <a:pt x="2211" y="6643"/>
                    <a:pt x="2211" y="6146"/>
                  </a:cubicBezTo>
                  <a:cubicBezTo>
                    <a:pt x="2211" y="5163"/>
                    <a:pt x="3008" y="4363"/>
                    <a:pt x="3980" y="4363"/>
                  </a:cubicBezTo>
                  <a:cubicBezTo>
                    <a:pt x="4963" y="4363"/>
                    <a:pt x="5763" y="5163"/>
                    <a:pt x="5763" y="6146"/>
                  </a:cubicBezTo>
                  <a:cubicBezTo>
                    <a:pt x="5763" y="6643"/>
                    <a:pt x="5555" y="7093"/>
                    <a:pt x="5219" y="7417"/>
                  </a:cubicBezTo>
                  <a:cubicBezTo>
                    <a:pt x="6030" y="7856"/>
                    <a:pt x="6585" y="8714"/>
                    <a:pt x="6585" y="9686"/>
                  </a:cubicBezTo>
                  <a:lnTo>
                    <a:pt x="6585" y="10647"/>
                  </a:lnTo>
                  <a:lnTo>
                    <a:pt x="13561" y="10647"/>
                  </a:lnTo>
                  <a:cubicBezTo>
                    <a:pt x="13794" y="10647"/>
                    <a:pt x="13978" y="10461"/>
                    <a:pt x="13978" y="10242"/>
                  </a:cubicBezTo>
                  <a:lnTo>
                    <a:pt x="13978" y="1228"/>
                  </a:lnTo>
                  <a:cubicBezTo>
                    <a:pt x="13978" y="556"/>
                    <a:pt x="13422" y="0"/>
                    <a:pt x="12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69000" lIns="269000" spcFirstLastPara="1" rIns="269000" wrap="square" tIns="269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72"/>
          <p:cNvSpPr txBox="1"/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5: DATA VISUALIZATION</a:t>
            </a:r>
            <a:endParaRPr b="1"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1530" name="Google Shape;1530;p72"/>
          <p:cNvGrpSpPr/>
          <p:nvPr/>
        </p:nvGrpSpPr>
        <p:grpSpPr>
          <a:xfrm>
            <a:off x="719821" y="2176955"/>
            <a:ext cx="7704106" cy="1237809"/>
            <a:chOff x="858125" y="876733"/>
            <a:chExt cx="4457105" cy="1571023"/>
          </a:xfrm>
        </p:grpSpPr>
        <p:sp>
          <p:nvSpPr>
            <p:cNvPr id="1531" name="Google Shape;1531;p72"/>
            <p:cNvSpPr/>
            <p:nvPr/>
          </p:nvSpPr>
          <p:spPr>
            <a:xfrm>
              <a:off x="1192209" y="1422422"/>
              <a:ext cx="3784022" cy="726676"/>
            </a:xfrm>
            <a:custGeom>
              <a:rect b="b" l="l" r="r" t="t"/>
              <a:pathLst>
                <a:path extrusionOk="0" h="16927" w="88144">
                  <a:moveTo>
                    <a:pt x="66198" y="1"/>
                  </a:moveTo>
                  <a:cubicBezTo>
                    <a:pt x="62840" y="1"/>
                    <a:pt x="59669" y="1311"/>
                    <a:pt x="57287" y="3692"/>
                  </a:cubicBezTo>
                  <a:lnTo>
                    <a:pt x="52625" y="8354"/>
                  </a:lnTo>
                  <a:cubicBezTo>
                    <a:pt x="50301" y="10659"/>
                    <a:pt x="47224" y="11945"/>
                    <a:pt x="43953" y="11945"/>
                  </a:cubicBezTo>
                  <a:cubicBezTo>
                    <a:pt x="40657" y="11945"/>
                    <a:pt x="37581" y="10659"/>
                    <a:pt x="35261" y="8354"/>
                  </a:cubicBezTo>
                  <a:lnTo>
                    <a:pt x="30856" y="3949"/>
                  </a:lnTo>
                  <a:cubicBezTo>
                    <a:pt x="28394" y="1489"/>
                    <a:pt x="25164" y="259"/>
                    <a:pt x="21934" y="259"/>
                  </a:cubicBezTo>
                  <a:cubicBezTo>
                    <a:pt x="18705" y="259"/>
                    <a:pt x="15476" y="1489"/>
                    <a:pt x="13016" y="3949"/>
                  </a:cubicBezTo>
                  <a:lnTo>
                    <a:pt x="8849" y="8097"/>
                  </a:lnTo>
                  <a:cubicBezTo>
                    <a:pt x="6525" y="10421"/>
                    <a:pt x="3453" y="11688"/>
                    <a:pt x="176" y="11688"/>
                  </a:cubicBezTo>
                  <a:cubicBezTo>
                    <a:pt x="76" y="11688"/>
                    <a:pt x="0" y="11769"/>
                    <a:pt x="0" y="11869"/>
                  </a:cubicBezTo>
                  <a:cubicBezTo>
                    <a:pt x="0" y="11945"/>
                    <a:pt x="76" y="12026"/>
                    <a:pt x="176" y="12026"/>
                  </a:cubicBezTo>
                  <a:cubicBezTo>
                    <a:pt x="3529" y="12026"/>
                    <a:pt x="6706" y="10716"/>
                    <a:pt x="9087" y="8335"/>
                  </a:cubicBezTo>
                  <a:lnTo>
                    <a:pt x="13254" y="4187"/>
                  </a:lnTo>
                  <a:cubicBezTo>
                    <a:pt x="15554" y="1868"/>
                    <a:pt x="18650" y="577"/>
                    <a:pt x="21926" y="577"/>
                  </a:cubicBezTo>
                  <a:cubicBezTo>
                    <a:pt x="25217" y="577"/>
                    <a:pt x="28294" y="1868"/>
                    <a:pt x="30618" y="4187"/>
                  </a:cubicBezTo>
                  <a:lnTo>
                    <a:pt x="35023" y="8573"/>
                  </a:lnTo>
                  <a:cubicBezTo>
                    <a:pt x="37404" y="10974"/>
                    <a:pt x="40576" y="12283"/>
                    <a:pt x="43953" y="12283"/>
                  </a:cubicBezTo>
                  <a:cubicBezTo>
                    <a:pt x="47305" y="12283"/>
                    <a:pt x="50482" y="10974"/>
                    <a:pt x="52863" y="8573"/>
                  </a:cubicBezTo>
                  <a:lnTo>
                    <a:pt x="57526" y="3930"/>
                  </a:lnTo>
                  <a:cubicBezTo>
                    <a:pt x="59845" y="1611"/>
                    <a:pt x="62921" y="339"/>
                    <a:pt x="66198" y="339"/>
                  </a:cubicBezTo>
                  <a:cubicBezTo>
                    <a:pt x="69489" y="339"/>
                    <a:pt x="72565" y="1611"/>
                    <a:pt x="74889" y="3930"/>
                  </a:cubicBezTo>
                  <a:lnTo>
                    <a:pt x="87843" y="16888"/>
                  </a:lnTo>
                  <a:cubicBezTo>
                    <a:pt x="87886" y="16927"/>
                    <a:pt x="87924" y="16927"/>
                    <a:pt x="87962" y="16927"/>
                  </a:cubicBezTo>
                  <a:cubicBezTo>
                    <a:pt x="88005" y="16927"/>
                    <a:pt x="88043" y="16927"/>
                    <a:pt x="88081" y="16888"/>
                  </a:cubicBezTo>
                  <a:cubicBezTo>
                    <a:pt x="88143" y="16826"/>
                    <a:pt x="88143" y="16707"/>
                    <a:pt x="88081" y="16650"/>
                  </a:cubicBezTo>
                  <a:lnTo>
                    <a:pt x="75127" y="3692"/>
                  </a:lnTo>
                  <a:cubicBezTo>
                    <a:pt x="72746" y="1311"/>
                    <a:pt x="69570" y="1"/>
                    <a:pt x="66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72"/>
            <p:cNvSpPr/>
            <p:nvPr/>
          </p:nvSpPr>
          <p:spPr>
            <a:xfrm>
              <a:off x="2142903" y="1161748"/>
              <a:ext cx="14339" cy="248050"/>
            </a:xfrm>
            <a:custGeom>
              <a:rect b="b" l="l" r="r" t="t"/>
              <a:pathLst>
                <a:path extrusionOk="0" h="5778" w="334">
                  <a:moveTo>
                    <a:pt x="158" y="1"/>
                  </a:moveTo>
                  <a:cubicBezTo>
                    <a:pt x="77" y="1"/>
                    <a:pt x="1" y="63"/>
                    <a:pt x="1" y="158"/>
                  </a:cubicBezTo>
                  <a:lnTo>
                    <a:pt x="1" y="5597"/>
                  </a:lnTo>
                  <a:cubicBezTo>
                    <a:pt x="1" y="5697"/>
                    <a:pt x="77" y="5778"/>
                    <a:pt x="158" y="5778"/>
                  </a:cubicBezTo>
                  <a:cubicBezTo>
                    <a:pt x="258" y="5778"/>
                    <a:pt x="334" y="5697"/>
                    <a:pt x="334" y="5597"/>
                  </a:cubicBezTo>
                  <a:lnTo>
                    <a:pt x="334" y="158"/>
                  </a:lnTo>
                  <a:cubicBezTo>
                    <a:pt x="334" y="63"/>
                    <a:pt x="25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72"/>
            <p:cNvSpPr/>
            <p:nvPr/>
          </p:nvSpPr>
          <p:spPr>
            <a:xfrm>
              <a:off x="2108774" y="1388292"/>
              <a:ext cx="85302" cy="85302"/>
            </a:xfrm>
            <a:custGeom>
              <a:rect b="b" l="l" r="r" t="t"/>
              <a:pathLst>
                <a:path extrusionOk="0" h="1987" w="1987">
                  <a:moveTo>
                    <a:pt x="0" y="996"/>
                  </a:moveTo>
                  <a:cubicBezTo>
                    <a:pt x="0" y="439"/>
                    <a:pt x="438" y="1"/>
                    <a:pt x="991" y="1"/>
                  </a:cubicBezTo>
                  <a:cubicBezTo>
                    <a:pt x="1548" y="1"/>
                    <a:pt x="1986" y="439"/>
                    <a:pt x="1986" y="996"/>
                  </a:cubicBezTo>
                  <a:cubicBezTo>
                    <a:pt x="1986" y="1548"/>
                    <a:pt x="1548" y="1987"/>
                    <a:pt x="991" y="1987"/>
                  </a:cubicBezTo>
                  <a:cubicBezTo>
                    <a:pt x="438" y="1987"/>
                    <a:pt x="0" y="1548"/>
                    <a:pt x="0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72"/>
            <p:cNvSpPr/>
            <p:nvPr/>
          </p:nvSpPr>
          <p:spPr>
            <a:xfrm>
              <a:off x="4036563" y="1161748"/>
              <a:ext cx="13738" cy="228431"/>
            </a:xfrm>
            <a:custGeom>
              <a:rect b="b" l="l" r="r" t="t"/>
              <a:pathLst>
                <a:path extrusionOk="0" h="5321" w="320">
                  <a:moveTo>
                    <a:pt x="157" y="1"/>
                  </a:moveTo>
                  <a:cubicBezTo>
                    <a:pt x="62" y="1"/>
                    <a:pt x="0" y="63"/>
                    <a:pt x="0" y="158"/>
                  </a:cubicBezTo>
                  <a:lnTo>
                    <a:pt x="0" y="5139"/>
                  </a:lnTo>
                  <a:cubicBezTo>
                    <a:pt x="0" y="5240"/>
                    <a:pt x="62" y="5320"/>
                    <a:pt x="157" y="5320"/>
                  </a:cubicBezTo>
                  <a:cubicBezTo>
                    <a:pt x="257" y="5320"/>
                    <a:pt x="319" y="5240"/>
                    <a:pt x="319" y="5139"/>
                  </a:cubicBezTo>
                  <a:lnTo>
                    <a:pt x="319" y="158"/>
                  </a:lnTo>
                  <a:cubicBezTo>
                    <a:pt x="319" y="63"/>
                    <a:pt x="257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72"/>
            <p:cNvSpPr/>
            <p:nvPr/>
          </p:nvSpPr>
          <p:spPr>
            <a:xfrm>
              <a:off x="4002391" y="1382368"/>
              <a:ext cx="85302" cy="86118"/>
            </a:xfrm>
            <a:custGeom>
              <a:rect b="b" l="l" r="r" t="t"/>
              <a:pathLst>
                <a:path extrusionOk="0" h="2006" w="1987">
                  <a:moveTo>
                    <a:pt x="1" y="1015"/>
                  </a:moveTo>
                  <a:cubicBezTo>
                    <a:pt x="1" y="458"/>
                    <a:pt x="439" y="0"/>
                    <a:pt x="996" y="0"/>
                  </a:cubicBezTo>
                  <a:cubicBezTo>
                    <a:pt x="1549" y="0"/>
                    <a:pt x="1987" y="458"/>
                    <a:pt x="1987" y="1015"/>
                  </a:cubicBezTo>
                  <a:cubicBezTo>
                    <a:pt x="1987" y="1548"/>
                    <a:pt x="1549" y="2005"/>
                    <a:pt x="996" y="2005"/>
                  </a:cubicBezTo>
                  <a:cubicBezTo>
                    <a:pt x="439" y="2005"/>
                    <a:pt x="1" y="1548"/>
                    <a:pt x="1" y="1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72"/>
            <p:cNvSpPr/>
            <p:nvPr/>
          </p:nvSpPr>
          <p:spPr>
            <a:xfrm>
              <a:off x="1197318" y="1962616"/>
              <a:ext cx="14339" cy="224095"/>
            </a:xfrm>
            <a:custGeom>
              <a:rect b="b" l="l" r="r" t="t"/>
              <a:pathLst>
                <a:path extrusionOk="0" h="5220" w="334">
                  <a:moveTo>
                    <a:pt x="177" y="0"/>
                  </a:moveTo>
                  <a:cubicBezTo>
                    <a:pt x="77" y="0"/>
                    <a:pt x="0" y="57"/>
                    <a:pt x="0" y="157"/>
                  </a:cubicBezTo>
                  <a:lnTo>
                    <a:pt x="0" y="5058"/>
                  </a:lnTo>
                  <a:cubicBezTo>
                    <a:pt x="0" y="5139"/>
                    <a:pt x="77" y="5220"/>
                    <a:pt x="177" y="5220"/>
                  </a:cubicBezTo>
                  <a:cubicBezTo>
                    <a:pt x="258" y="5220"/>
                    <a:pt x="334" y="5139"/>
                    <a:pt x="334" y="5058"/>
                  </a:cubicBezTo>
                  <a:lnTo>
                    <a:pt x="334" y="157"/>
                  </a:lnTo>
                  <a:cubicBezTo>
                    <a:pt x="334" y="57"/>
                    <a:pt x="258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72"/>
            <p:cNvSpPr/>
            <p:nvPr/>
          </p:nvSpPr>
          <p:spPr>
            <a:xfrm>
              <a:off x="1160527" y="1884096"/>
              <a:ext cx="85302" cy="85302"/>
            </a:xfrm>
            <a:custGeom>
              <a:rect b="b" l="l" r="r" t="t"/>
              <a:pathLst>
                <a:path extrusionOk="0" h="1987" w="1987">
                  <a:moveTo>
                    <a:pt x="0" y="996"/>
                  </a:moveTo>
                  <a:cubicBezTo>
                    <a:pt x="0" y="439"/>
                    <a:pt x="438" y="0"/>
                    <a:pt x="995" y="0"/>
                  </a:cubicBezTo>
                  <a:cubicBezTo>
                    <a:pt x="1529" y="0"/>
                    <a:pt x="1986" y="439"/>
                    <a:pt x="1986" y="996"/>
                  </a:cubicBezTo>
                  <a:cubicBezTo>
                    <a:pt x="1986" y="1548"/>
                    <a:pt x="1529" y="1986"/>
                    <a:pt x="995" y="1986"/>
                  </a:cubicBezTo>
                  <a:cubicBezTo>
                    <a:pt x="438" y="1986"/>
                    <a:pt x="0" y="1548"/>
                    <a:pt x="0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72"/>
            <p:cNvSpPr/>
            <p:nvPr/>
          </p:nvSpPr>
          <p:spPr>
            <a:xfrm>
              <a:off x="3074794" y="1962616"/>
              <a:ext cx="14553" cy="224095"/>
            </a:xfrm>
            <a:custGeom>
              <a:rect b="b" l="l" r="r" t="t"/>
              <a:pathLst>
                <a:path extrusionOk="0" h="5220" w="339">
                  <a:moveTo>
                    <a:pt x="177" y="0"/>
                  </a:moveTo>
                  <a:cubicBezTo>
                    <a:pt x="82" y="0"/>
                    <a:pt x="1" y="57"/>
                    <a:pt x="1" y="157"/>
                  </a:cubicBezTo>
                  <a:lnTo>
                    <a:pt x="1" y="5058"/>
                  </a:lnTo>
                  <a:cubicBezTo>
                    <a:pt x="1" y="5139"/>
                    <a:pt x="82" y="5220"/>
                    <a:pt x="177" y="5220"/>
                  </a:cubicBezTo>
                  <a:cubicBezTo>
                    <a:pt x="258" y="5220"/>
                    <a:pt x="339" y="5139"/>
                    <a:pt x="339" y="5058"/>
                  </a:cubicBezTo>
                  <a:lnTo>
                    <a:pt x="339" y="157"/>
                  </a:lnTo>
                  <a:cubicBezTo>
                    <a:pt x="339" y="57"/>
                    <a:pt x="258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72"/>
            <p:cNvSpPr/>
            <p:nvPr/>
          </p:nvSpPr>
          <p:spPr>
            <a:xfrm>
              <a:off x="3041480" y="1884096"/>
              <a:ext cx="85302" cy="85302"/>
            </a:xfrm>
            <a:custGeom>
              <a:rect b="b" l="l" r="r" t="t"/>
              <a:pathLst>
                <a:path extrusionOk="0" h="1987" w="1987">
                  <a:moveTo>
                    <a:pt x="0" y="996"/>
                  </a:moveTo>
                  <a:cubicBezTo>
                    <a:pt x="0" y="439"/>
                    <a:pt x="439" y="0"/>
                    <a:pt x="996" y="0"/>
                  </a:cubicBezTo>
                  <a:cubicBezTo>
                    <a:pt x="1548" y="0"/>
                    <a:pt x="1986" y="439"/>
                    <a:pt x="1986" y="996"/>
                  </a:cubicBezTo>
                  <a:cubicBezTo>
                    <a:pt x="1986" y="1548"/>
                    <a:pt x="1548" y="1986"/>
                    <a:pt x="996" y="1986"/>
                  </a:cubicBezTo>
                  <a:cubicBezTo>
                    <a:pt x="439" y="1986"/>
                    <a:pt x="0" y="1548"/>
                    <a:pt x="0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72"/>
            <p:cNvSpPr/>
            <p:nvPr/>
          </p:nvSpPr>
          <p:spPr>
            <a:xfrm>
              <a:off x="4924278" y="2088531"/>
              <a:ext cx="85087" cy="86118"/>
            </a:xfrm>
            <a:custGeom>
              <a:rect b="b" l="l" r="r" t="t"/>
              <a:pathLst>
                <a:path extrusionOk="0" h="2006" w="1982">
                  <a:moveTo>
                    <a:pt x="0" y="1015"/>
                  </a:moveTo>
                  <a:cubicBezTo>
                    <a:pt x="0" y="458"/>
                    <a:pt x="434" y="1"/>
                    <a:pt x="991" y="1"/>
                  </a:cubicBezTo>
                  <a:cubicBezTo>
                    <a:pt x="1548" y="1"/>
                    <a:pt x="1982" y="458"/>
                    <a:pt x="1982" y="1015"/>
                  </a:cubicBezTo>
                  <a:cubicBezTo>
                    <a:pt x="1982" y="1549"/>
                    <a:pt x="1548" y="2006"/>
                    <a:pt x="991" y="2006"/>
                  </a:cubicBezTo>
                  <a:cubicBezTo>
                    <a:pt x="434" y="2006"/>
                    <a:pt x="0" y="1549"/>
                    <a:pt x="0" y="1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72"/>
            <p:cNvSpPr/>
            <p:nvPr/>
          </p:nvSpPr>
          <p:spPr>
            <a:xfrm>
              <a:off x="3684663" y="878364"/>
              <a:ext cx="1630567" cy="1569392"/>
            </a:xfrm>
            <a:custGeom>
              <a:rect b="b" l="l" r="r" t="t"/>
              <a:pathLst>
                <a:path extrusionOk="0" h="36557" w="37982">
                  <a:moveTo>
                    <a:pt x="29889" y="0"/>
                  </a:moveTo>
                  <a:cubicBezTo>
                    <a:pt x="28127" y="0"/>
                    <a:pt x="26366" y="625"/>
                    <a:pt x="24985" y="1878"/>
                  </a:cubicBezTo>
                  <a:cubicBezTo>
                    <a:pt x="23475" y="3249"/>
                    <a:pt x="22665" y="5092"/>
                    <a:pt x="22584" y="6959"/>
                  </a:cubicBezTo>
                  <a:cubicBezTo>
                    <a:pt x="22403" y="10631"/>
                    <a:pt x="20975" y="14122"/>
                    <a:pt x="18379" y="16722"/>
                  </a:cubicBezTo>
                  <a:lnTo>
                    <a:pt x="17384" y="17713"/>
                  </a:lnTo>
                  <a:cubicBezTo>
                    <a:pt x="14783" y="20313"/>
                    <a:pt x="11293" y="21742"/>
                    <a:pt x="7621" y="21923"/>
                  </a:cubicBezTo>
                  <a:cubicBezTo>
                    <a:pt x="5759" y="21999"/>
                    <a:pt x="3911" y="22813"/>
                    <a:pt x="2544" y="24323"/>
                  </a:cubicBezTo>
                  <a:cubicBezTo>
                    <a:pt x="1" y="27118"/>
                    <a:pt x="44" y="31485"/>
                    <a:pt x="2639" y="34243"/>
                  </a:cubicBezTo>
                  <a:cubicBezTo>
                    <a:pt x="4092" y="35788"/>
                    <a:pt x="6032" y="36557"/>
                    <a:pt x="7972" y="36557"/>
                  </a:cubicBezTo>
                  <a:cubicBezTo>
                    <a:pt x="9848" y="36557"/>
                    <a:pt x="11724" y="35838"/>
                    <a:pt x="13160" y="34405"/>
                  </a:cubicBezTo>
                  <a:cubicBezTo>
                    <a:pt x="14488" y="33095"/>
                    <a:pt x="15203" y="31366"/>
                    <a:pt x="15303" y="29642"/>
                  </a:cubicBezTo>
                  <a:cubicBezTo>
                    <a:pt x="15498" y="25909"/>
                    <a:pt x="16969" y="22380"/>
                    <a:pt x="19608" y="19737"/>
                  </a:cubicBezTo>
                  <a:lnTo>
                    <a:pt x="20403" y="18946"/>
                  </a:lnTo>
                  <a:cubicBezTo>
                    <a:pt x="23042" y="16308"/>
                    <a:pt x="26570" y="14836"/>
                    <a:pt x="30304" y="14641"/>
                  </a:cubicBezTo>
                  <a:cubicBezTo>
                    <a:pt x="32028" y="14541"/>
                    <a:pt x="33757" y="13826"/>
                    <a:pt x="35067" y="12498"/>
                  </a:cubicBezTo>
                  <a:cubicBezTo>
                    <a:pt x="37981" y="9578"/>
                    <a:pt x="37943" y="4835"/>
                    <a:pt x="34905" y="1978"/>
                  </a:cubicBezTo>
                  <a:cubicBezTo>
                    <a:pt x="33507" y="660"/>
                    <a:pt x="31698" y="0"/>
                    <a:pt x="298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72"/>
            <p:cNvSpPr/>
            <p:nvPr/>
          </p:nvSpPr>
          <p:spPr>
            <a:xfrm>
              <a:off x="2739078" y="877935"/>
              <a:ext cx="1630567" cy="1569134"/>
            </a:xfrm>
            <a:custGeom>
              <a:rect b="b" l="l" r="r" t="t"/>
              <a:pathLst>
                <a:path extrusionOk="0" h="36551" w="37982">
                  <a:moveTo>
                    <a:pt x="8095" y="1"/>
                  </a:moveTo>
                  <a:cubicBezTo>
                    <a:pt x="6285" y="1"/>
                    <a:pt x="4475" y="661"/>
                    <a:pt x="3077" y="1969"/>
                  </a:cubicBezTo>
                  <a:cubicBezTo>
                    <a:pt x="63" y="4826"/>
                    <a:pt x="1" y="9588"/>
                    <a:pt x="2920" y="12484"/>
                  </a:cubicBezTo>
                  <a:cubicBezTo>
                    <a:pt x="4249" y="13817"/>
                    <a:pt x="5954" y="14532"/>
                    <a:pt x="7683" y="14627"/>
                  </a:cubicBezTo>
                  <a:cubicBezTo>
                    <a:pt x="11412" y="14827"/>
                    <a:pt x="14964" y="16294"/>
                    <a:pt x="17584" y="18937"/>
                  </a:cubicBezTo>
                  <a:lnTo>
                    <a:pt x="18398" y="19728"/>
                  </a:lnTo>
                  <a:cubicBezTo>
                    <a:pt x="21036" y="22366"/>
                    <a:pt x="22484" y="25900"/>
                    <a:pt x="22703" y="29629"/>
                  </a:cubicBezTo>
                  <a:cubicBezTo>
                    <a:pt x="22784" y="31376"/>
                    <a:pt x="23499" y="33081"/>
                    <a:pt x="24827" y="34415"/>
                  </a:cubicBezTo>
                  <a:cubicBezTo>
                    <a:pt x="26258" y="35836"/>
                    <a:pt x="28133" y="36550"/>
                    <a:pt x="30008" y="36550"/>
                  </a:cubicBezTo>
                  <a:cubicBezTo>
                    <a:pt x="31953" y="36550"/>
                    <a:pt x="33897" y="35781"/>
                    <a:pt x="35343" y="34234"/>
                  </a:cubicBezTo>
                  <a:cubicBezTo>
                    <a:pt x="37943" y="31476"/>
                    <a:pt x="37981" y="27128"/>
                    <a:pt x="35443" y="24314"/>
                  </a:cubicBezTo>
                  <a:cubicBezTo>
                    <a:pt x="34071" y="22804"/>
                    <a:pt x="32228" y="22009"/>
                    <a:pt x="30361" y="21913"/>
                  </a:cubicBezTo>
                  <a:cubicBezTo>
                    <a:pt x="26689" y="21732"/>
                    <a:pt x="23198" y="20304"/>
                    <a:pt x="20598" y="17703"/>
                  </a:cubicBezTo>
                  <a:lnTo>
                    <a:pt x="19627" y="16713"/>
                  </a:lnTo>
                  <a:cubicBezTo>
                    <a:pt x="17026" y="14113"/>
                    <a:pt x="15598" y="10622"/>
                    <a:pt x="15402" y="6950"/>
                  </a:cubicBezTo>
                  <a:cubicBezTo>
                    <a:pt x="15321" y="5083"/>
                    <a:pt x="14526" y="3259"/>
                    <a:pt x="12997" y="1888"/>
                  </a:cubicBezTo>
                  <a:cubicBezTo>
                    <a:pt x="11618" y="626"/>
                    <a:pt x="9857" y="1"/>
                    <a:pt x="80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72"/>
            <p:cNvSpPr/>
            <p:nvPr/>
          </p:nvSpPr>
          <p:spPr>
            <a:xfrm>
              <a:off x="1802894" y="876733"/>
              <a:ext cx="1630524" cy="1569306"/>
            </a:xfrm>
            <a:custGeom>
              <a:rect b="b" l="l" r="r" t="t"/>
              <a:pathLst>
                <a:path extrusionOk="0" h="36555" w="37981">
                  <a:moveTo>
                    <a:pt x="29887" y="0"/>
                  </a:moveTo>
                  <a:cubicBezTo>
                    <a:pt x="28125" y="0"/>
                    <a:pt x="26363" y="625"/>
                    <a:pt x="24984" y="1877"/>
                  </a:cubicBezTo>
                  <a:cubicBezTo>
                    <a:pt x="23456" y="3249"/>
                    <a:pt x="22660" y="5092"/>
                    <a:pt x="22584" y="6959"/>
                  </a:cubicBezTo>
                  <a:cubicBezTo>
                    <a:pt x="22384" y="10631"/>
                    <a:pt x="20955" y="14122"/>
                    <a:pt x="18355" y="16722"/>
                  </a:cubicBezTo>
                  <a:lnTo>
                    <a:pt x="17383" y="17712"/>
                  </a:lnTo>
                  <a:cubicBezTo>
                    <a:pt x="14783" y="20313"/>
                    <a:pt x="11292" y="21741"/>
                    <a:pt x="7620" y="21918"/>
                  </a:cubicBezTo>
                  <a:cubicBezTo>
                    <a:pt x="5754" y="21999"/>
                    <a:pt x="3911" y="22813"/>
                    <a:pt x="2539" y="24323"/>
                  </a:cubicBezTo>
                  <a:cubicBezTo>
                    <a:pt x="1" y="27118"/>
                    <a:pt x="39" y="31485"/>
                    <a:pt x="2639" y="34243"/>
                  </a:cubicBezTo>
                  <a:cubicBezTo>
                    <a:pt x="4082" y="35785"/>
                    <a:pt x="6022" y="36554"/>
                    <a:pt x="7965" y="36554"/>
                  </a:cubicBezTo>
                  <a:cubicBezTo>
                    <a:pt x="9843" y="36554"/>
                    <a:pt x="11724" y="35835"/>
                    <a:pt x="13159" y="34400"/>
                  </a:cubicBezTo>
                  <a:cubicBezTo>
                    <a:pt x="14488" y="33090"/>
                    <a:pt x="15202" y="31366"/>
                    <a:pt x="15278" y="29638"/>
                  </a:cubicBezTo>
                  <a:cubicBezTo>
                    <a:pt x="15498" y="25909"/>
                    <a:pt x="16945" y="22375"/>
                    <a:pt x="19588" y="19736"/>
                  </a:cubicBezTo>
                  <a:lnTo>
                    <a:pt x="20379" y="18941"/>
                  </a:lnTo>
                  <a:cubicBezTo>
                    <a:pt x="23017" y="16303"/>
                    <a:pt x="26570" y="14836"/>
                    <a:pt x="30304" y="14636"/>
                  </a:cubicBezTo>
                  <a:cubicBezTo>
                    <a:pt x="32028" y="14536"/>
                    <a:pt x="33733" y="13822"/>
                    <a:pt x="35066" y="12493"/>
                  </a:cubicBezTo>
                  <a:cubicBezTo>
                    <a:pt x="37981" y="9578"/>
                    <a:pt x="37924" y="4835"/>
                    <a:pt x="34904" y="1977"/>
                  </a:cubicBezTo>
                  <a:cubicBezTo>
                    <a:pt x="33507" y="660"/>
                    <a:pt x="31697" y="0"/>
                    <a:pt x="298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72"/>
            <p:cNvSpPr/>
            <p:nvPr/>
          </p:nvSpPr>
          <p:spPr>
            <a:xfrm>
              <a:off x="858125" y="877935"/>
              <a:ext cx="1630524" cy="1569134"/>
            </a:xfrm>
            <a:custGeom>
              <a:rect b="b" l="l" r="r" t="t"/>
              <a:pathLst>
                <a:path extrusionOk="0" h="36551" w="37981">
                  <a:moveTo>
                    <a:pt x="8095" y="1"/>
                  </a:moveTo>
                  <a:cubicBezTo>
                    <a:pt x="6285" y="1"/>
                    <a:pt x="4474" y="661"/>
                    <a:pt x="3077" y="1969"/>
                  </a:cubicBezTo>
                  <a:cubicBezTo>
                    <a:pt x="62" y="4826"/>
                    <a:pt x="0" y="9588"/>
                    <a:pt x="2920" y="12484"/>
                  </a:cubicBezTo>
                  <a:cubicBezTo>
                    <a:pt x="4249" y="13817"/>
                    <a:pt x="5954" y="14532"/>
                    <a:pt x="7682" y="14627"/>
                  </a:cubicBezTo>
                  <a:cubicBezTo>
                    <a:pt x="11411" y="14827"/>
                    <a:pt x="14964" y="16294"/>
                    <a:pt x="17583" y="18937"/>
                  </a:cubicBezTo>
                  <a:lnTo>
                    <a:pt x="18398" y="19728"/>
                  </a:lnTo>
                  <a:cubicBezTo>
                    <a:pt x="21036" y="22366"/>
                    <a:pt x="22484" y="25900"/>
                    <a:pt x="22703" y="29629"/>
                  </a:cubicBezTo>
                  <a:cubicBezTo>
                    <a:pt x="22784" y="31376"/>
                    <a:pt x="23498" y="33081"/>
                    <a:pt x="24827" y="34415"/>
                  </a:cubicBezTo>
                  <a:cubicBezTo>
                    <a:pt x="26257" y="35836"/>
                    <a:pt x="28133" y="36550"/>
                    <a:pt x="30007" y="36550"/>
                  </a:cubicBezTo>
                  <a:cubicBezTo>
                    <a:pt x="31953" y="36550"/>
                    <a:pt x="33897" y="35781"/>
                    <a:pt x="35342" y="34234"/>
                  </a:cubicBezTo>
                  <a:cubicBezTo>
                    <a:pt x="37943" y="31476"/>
                    <a:pt x="37981" y="27128"/>
                    <a:pt x="35442" y="24314"/>
                  </a:cubicBezTo>
                  <a:cubicBezTo>
                    <a:pt x="34071" y="22804"/>
                    <a:pt x="32228" y="22009"/>
                    <a:pt x="30361" y="21913"/>
                  </a:cubicBezTo>
                  <a:cubicBezTo>
                    <a:pt x="26689" y="21732"/>
                    <a:pt x="23198" y="20304"/>
                    <a:pt x="20598" y="17703"/>
                  </a:cubicBezTo>
                  <a:lnTo>
                    <a:pt x="19626" y="16713"/>
                  </a:lnTo>
                  <a:cubicBezTo>
                    <a:pt x="17026" y="14113"/>
                    <a:pt x="15578" y="10622"/>
                    <a:pt x="15402" y="6950"/>
                  </a:cubicBezTo>
                  <a:cubicBezTo>
                    <a:pt x="15321" y="5083"/>
                    <a:pt x="14507" y="3259"/>
                    <a:pt x="12997" y="1888"/>
                  </a:cubicBezTo>
                  <a:cubicBezTo>
                    <a:pt x="11618" y="626"/>
                    <a:pt x="9857" y="1"/>
                    <a:pt x="80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72"/>
            <p:cNvSpPr/>
            <p:nvPr/>
          </p:nvSpPr>
          <p:spPr>
            <a:xfrm>
              <a:off x="890623" y="878192"/>
              <a:ext cx="629568" cy="629526"/>
            </a:xfrm>
            <a:custGeom>
              <a:rect b="b" l="l" r="r" t="t"/>
              <a:pathLst>
                <a:path extrusionOk="0" h="14664" w="14665">
                  <a:moveTo>
                    <a:pt x="7340" y="0"/>
                  </a:moveTo>
                  <a:cubicBezTo>
                    <a:pt x="3272" y="0"/>
                    <a:pt x="1" y="3272"/>
                    <a:pt x="1" y="7339"/>
                  </a:cubicBezTo>
                  <a:cubicBezTo>
                    <a:pt x="1" y="11387"/>
                    <a:pt x="3272" y="14664"/>
                    <a:pt x="7340" y="14664"/>
                  </a:cubicBezTo>
                  <a:cubicBezTo>
                    <a:pt x="11388" y="14664"/>
                    <a:pt x="14664" y="11387"/>
                    <a:pt x="14664" y="7339"/>
                  </a:cubicBezTo>
                  <a:cubicBezTo>
                    <a:pt x="14664" y="3272"/>
                    <a:pt x="11388" y="0"/>
                    <a:pt x="73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72"/>
            <p:cNvSpPr/>
            <p:nvPr/>
          </p:nvSpPr>
          <p:spPr>
            <a:xfrm>
              <a:off x="1013318" y="994706"/>
              <a:ext cx="390921" cy="391178"/>
            </a:xfrm>
            <a:custGeom>
              <a:rect b="b" l="l" r="r" t="t"/>
              <a:pathLst>
                <a:path extrusionOk="0" h="9112" w="9106">
                  <a:moveTo>
                    <a:pt x="4563" y="1"/>
                  </a:moveTo>
                  <a:cubicBezTo>
                    <a:pt x="2043" y="1"/>
                    <a:pt x="0" y="2049"/>
                    <a:pt x="0" y="4549"/>
                  </a:cubicBezTo>
                  <a:cubicBezTo>
                    <a:pt x="0" y="7068"/>
                    <a:pt x="2043" y="9111"/>
                    <a:pt x="4563" y="9111"/>
                  </a:cubicBezTo>
                  <a:cubicBezTo>
                    <a:pt x="7063" y="9111"/>
                    <a:pt x="9106" y="7068"/>
                    <a:pt x="9106" y="4549"/>
                  </a:cubicBezTo>
                  <a:cubicBezTo>
                    <a:pt x="9106" y="2049"/>
                    <a:pt x="7063" y="1"/>
                    <a:pt x="4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72"/>
            <p:cNvSpPr/>
            <p:nvPr/>
          </p:nvSpPr>
          <p:spPr>
            <a:xfrm>
              <a:off x="1953795" y="1936213"/>
              <a:ext cx="391779" cy="390964"/>
            </a:xfrm>
            <a:custGeom>
              <a:rect b="b" l="l" r="r" t="t"/>
              <a:pathLst>
                <a:path extrusionOk="0" h="9107" w="9126">
                  <a:moveTo>
                    <a:pt x="4563" y="1"/>
                  </a:moveTo>
                  <a:cubicBezTo>
                    <a:pt x="2043" y="1"/>
                    <a:pt x="0" y="2025"/>
                    <a:pt x="0" y="4544"/>
                  </a:cubicBezTo>
                  <a:cubicBezTo>
                    <a:pt x="0" y="7063"/>
                    <a:pt x="2043" y="9107"/>
                    <a:pt x="4563" y="9107"/>
                  </a:cubicBezTo>
                  <a:cubicBezTo>
                    <a:pt x="7082" y="9107"/>
                    <a:pt x="9125" y="7063"/>
                    <a:pt x="9125" y="4544"/>
                  </a:cubicBezTo>
                  <a:cubicBezTo>
                    <a:pt x="9125" y="2025"/>
                    <a:pt x="7082" y="1"/>
                    <a:pt x="4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72"/>
            <p:cNvSpPr/>
            <p:nvPr/>
          </p:nvSpPr>
          <p:spPr>
            <a:xfrm>
              <a:off x="2891610" y="994706"/>
              <a:ext cx="391178" cy="391178"/>
            </a:xfrm>
            <a:custGeom>
              <a:rect b="b" l="l" r="r" t="t"/>
              <a:pathLst>
                <a:path extrusionOk="0" h="9112" w="9112">
                  <a:moveTo>
                    <a:pt x="4544" y="1"/>
                  </a:moveTo>
                  <a:cubicBezTo>
                    <a:pt x="2044" y="1"/>
                    <a:pt x="1" y="2049"/>
                    <a:pt x="1" y="4549"/>
                  </a:cubicBezTo>
                  <a:cubicBezTo>
                    <a:pt x="1" y="7068"/>
                    <a:pt x="2044" y="9111"/>
                    <a:pt x="4544" y="9111"/>
                  </a:cubicBezTo>
                  <a:cubicBezTo>
                    <a:pt x="7063" y="9111"/>
                    <a:pt x="9111" y="7068"/>
                    <a:pt x="9111" y="4549"/>
                  </a:cubicBezTo>
                  <a:cubicBezTo>
                    <a:pt x="9111" y="2049"/>
                    <a:pt x="7063" y="1"/>
                    <a:pt x="45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72"/>
            <p:cNvSpPr/>
            <p:nvPr/>
          </p:nvSpPr>
          <p:spPr>
            <a:xfrm>
              <a:off x="3834748" y="1936213"/>
              <a:ext cx="391779" cy="390964"/>
            </a:xfrm>
            <a:custGeom>
              <a:rect b="b" l="l" r="r" t="t"/>
              <a:pathLst>
                <a:path extrusionOk="0" h="9107" w="9126">
                  <a:moveTo>
                    <a:pt x="4563" y="1"/>
                  </a:moveTo>
                  <a:cubicBezTo>
                    <a:pt x="2044" y="1"/>
                    <a:pt x="1" y="2025"/>
                    <a:pt x="1" y="4544"/>
                  </a:cubicBezTo>
                  <a:cubicBezTo>
                    <a:pt x="1" y="7063"/>
                    <a:pt x="2044" y="9107"/>
                    <a:pt x="4563" y="9107"/>
                  </a:cubicBezTo>
                  <a:cubicBezTo>
                    <a:pt x="7082" y="9107"/>
                    <a:pt x="9125" y="7063"/>
                    <a:pt x="9125" y="4544"/>
                  </a:cubicBezTo>
                  <a:cubicBezTo>
                    <a:pt x="9125" y="2025"/>
                    <a:pt x="7082" y="1"/>
                    <a:pt x="4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72"/>
            <p:cNvSpPr/>
            <p:nvPr/>
          </p:nvSpPr>
          <p:spPr>
            <a:xfrm>
              <a:off x="4773378" y="996552"/>
              <a:ext cx="391178" cy="390964"/>
            </a:xfrm>
            <a:custGeom>
              <a:rect b="b" l="l" r="r" t="t"/>
              <a:pathLst>
                <a:path extrusionOk="0" h="9107" w="9112">
                  <a:moveTo>
                    <a:pt x="4568" y="1"/>
                  </a:moveTo>
                  <a:cubicBezTo>
                    <a:pt x="2044" y="1"/>
                    <a:pt x="1" y="2044"/>
                    <a:pt x="1" y="4544"/>
                  </a:cubicBezTo>
                  <a:cubicBezTo>
                    <a:pt x="1" y="7063"/>
                    <a:pt x="2044" y="9107"/>
                    <a:pt x="4568" y="9107"/>
                  </a:cubicBezTo>
                  <a:cubicBezTo>
                    <a:pt x="7068" y="9107"/>
                    <a:pt x="9111" y="7063"/>
                    <a:pt x="9111" y="4544"/>
                  </a:cubicBezTo>
                  <a:cubicBezTo>
                    <a:pt x="9111" y="2044"/>
                    <a:pt x="7068" y="1"/>
                    <a:pt x="4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8345" rotWithShape="0" algn="bl" dir="5400000" dist="118345">
                <a:schemeClr val="dk1">
                  <a:alpha val="15000"/>
                </a:schemeClr>
              </a:outerShdw>
            </a:effectLst>
          </p:spPr>
          <p:txBody>
            <a:bodyPr anchorCtr="0" anchor="ctr" bIns="189325" lIns="189325" spcFirstLastPara="1" rIns="189325" wrap="square" tIns="18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51" name="Google Shape;1551;p72"/>
          <p:cNvPicPr preferRelativeResize="0"/>
          <p:nvPr/>
        </p:nvPicPr>
        <p:blipFill rotWithShape="1">
          <a:blip r:embed="rId3">
            <a:alphaModFix/>
          </a:blip>
          <a:srcRect b="27568" l="22431" r="25645" t="16020"/>
          <a:stretch/>
        </p:blipFill>
        <p:spPr>
          <a:xfrm>
            <a:off x="720000" y="3414775"/>
            <a:ext cx="1018043" cy="10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72"/>
          <p:cNvPicPr preferRelativeResize="0"/>
          <p:nvPr/>
        </p:nvPicPr>
        <p:blipFill rotWithShape="1">
          <a:blip r:embed="rId4">
            <a:alphaModFix/>
          </a:blip>
          <a:srcRect b="25339" l="23902" r="24372" t="18125"/>
          <a:stretch/>
        </p:blipFill>
        <p:spPr>
          <a:xfrm>
            <a:off x="2442525" y="1331550"/>
            <a:ext cx="1153651" cy="10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72"/>
          <p:cNvPicPr preferRelativeResize="0"/>
          <p:nvPr/>
        </p:nvPicPr>
        <p:blipFill rotWithShape="1">
          <a:blip r:embed="rId5">
            <a:alphaModFix/>
          </a:blip>
          <a:srcRect b="15209" l="60763" r="7634" t="52971"/>
          <a:stretch/>
        </p:blipFill>
        <p:spPr>
          <a:xfrm>
            <a:off x="3884850" y="3414775"/>
            <a:ext cx="1374047" cy="10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72"/>
          <p:cNvPicPr preferRelativeResize="0"/>
          <p:nvPr/>
        </p:nvPicPr>
        <p:blipFill rotWithShape="1">
          <a:blip r:embed="rId5">
            <a:alphaModFix/>
          </a:blip>
          <a:srcRect b="55031" l="73972" r="3083" t="14664"/>
          <a:stretch/>
        </p:blipFill>
        <p:spPr>
          <a:xfrm>
            <a:off x="5675025" y="1335899"/>
            <a:ext cx="1303949" cy="96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72"/>
          <p:cNvPicPr preferRelativeResize="0"/>
          <p:nvPr/>
        </p:nvPicPr>
        <p:blipFill rotWithShape="1">
          <a:blip r:embed="rId5">
            <a:alphaModFix/>
          </a:blip>
          <a:srcRect b="15209" l="14878" r="53520" t="52971"/>
          <a:stretch/>
        </p:blipFill>
        <p:spPr>
          <a:xfrm>
            <a:off x="6978975" y="3414775"/>
            <a:ext cx="1549171" cy="102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72"/>
          <p:cNvSpPr/>
          <p:nvPr/>
        </p:nvSpPr>
        <p:spPr>
          <a:xfrm rot="10800000">
            <a:off x="7818175" y="3197555"/>
            <a:ext cx="25675" cy="222870"/>
          </a:xfrm>
          <a:custGeom>
            <a:rect b="b" l="l" r="r" t="t"/>
            <a:pathLst>
              <a:path extrusionOk="0" h="5321" w="320">
                <a:moveTo>
                  <a:pt x="157" y="1"/>
                </a:moveTo>
                <a:cubicBezTo>
                  <a:pt x="62" y="1"/>
                  <a:pt x="0" y="63"/>
                  <a:pt x="0" y="158"/>
                </a:cubicBezTo>
                <a:lnTo>
                  <a:pt x="0" y="5139"/>
                </a:lnTo>
                <a:cubicBezTo>
                  <a:pt x="0" y="5240"/>
                  <a:pt x="62" y="5320"/>
                  <a:pt x="157" y="5320"/>
                </a:cubicBezTo>
                <a:cubicBezTo>
                  <a:pt x="257" y="5320"/>
                  <a:pt x="319" y="5240"/>
                  <a:pt x="319" y="5139"/>
                </a:cubicBezTo>
                <a:lnTo>
                  <a:pt x="319" y="158"/>
                </a:lnTo>
                <a:cubicBezTo>
                  <a:pt x="319" y="63"/>
                  <a:pt x="257" y="1"/>
                  <a:pt x="1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89325" lIns="189325" spcFirstLastPara="1" rIns="189325" wrap="square" tIns="18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3"/>
          <p:cNvSpPr/>
          <p:nvPr/>
        </p:nvSpPr>
        <p:spPr>
          <a:xfrm>
            <a:off x="1759687" y="3520988"/>
            <a:ext cx="3247800" cy="7983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73"/>
          <p:cNvSpPr/>
          <p:nvPr/>
        </p:nvSpPr>
        <p:spPr>
          <a:xfrm>
            <a:off x="1759687" y="2500763"/>
            <a:ext cx="3247800" cy="798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73"/>
          <p:cNvSpPr/>
          <p:nvPr/>
        </p:nvSpPr>
        <p:spPr>
          <a:xfrm>
            <a:off x="1759687" y="1480550"/>
            <a:ext cx="3247800" cy="7983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dk1">
                <a:alpha val="1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73"/>
          <p:cNvSpPr txBox="1"/>
          <p:nvPr>
            <p:ph type="title"/>
          </p:nvPr>
        </p:nvSpPr>
        <p:spPr>
          <a:xfrm>
            <a:off x="1974513" y="1530500"/>
            <a:ext cx="27378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.xlsx</a:t>
            </a:r>
            <a:endParaRPr/>
          </a:p>
        </p:txBody>
      </p:sp>
      <p:sp>
        <p:nvSpPr>
          <p:cNvPr id="1565" name="Google Shape;1565;p73"/>
          <p:cNvSpPr txBox="1"/>
          <p:nvPr>
            <p:ph idx="1" type="subTitle"/>
          </p:nvPr>
        </p:nvSpPr>
        <p:spPr>
          <a:xfrm>
            <a:off x="5148725" y="1593350"/>
            <a:ext cx="327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Cleaned data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Metadata and Statistics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73"/>
          <p:cNvSpPr txBox="1"/>
          <p:nvPr>
            <p:ph idx="2" type="title"/>
          </p:nvPr>
        </p:nvSpPr>
        <p:spPr>
          <a:xfrm>
            <a:off x="1974513" y="2550713"/>
            <a:ext cx="27378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.csv</a:t>
            </a:r>
            <a:endParaRPr/>
          </a:p>
        </p:txBody>
      </p:sp>
      <p:sp>
        <p:nvSpPr>
          <p:cNvPr id="1567" name="Google Shape;1567;p73"/>
          <p:cNvSpPr txBox="1"/>
          <p:nvPr>
            <p:ph idx="3" type="subTitle"/>
          </p:nvPr>
        </p:nvSpPr>
        <p:spPr>
          <a:xfrm>
            <a:off x="5148729" y="2613575"/>
            <a:ext cx="290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Simple CSV or Zip file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Metadata and Statistics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73"/>
          <p:cNvSpPr txBox="1"/>
          <p:nvPr>
            <p:ph idx="4"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6: FILE EXPORT</a:t>
            </a:r>
            <a:endParaRPr/>
          </a:p>
        </p:txBody>
      </p:sp>
      <p:sp>
        <p:nvSpPr>
          <p:cNvPr id="1569" name="Google Shape;1569;p73"/>
          <p:cNvSpPr txBox="1"/>
          <p:nvPr>
            <p:ph idx="5" type="title"/>
          </p:nvPr>
        </p:nvSpPr>
        <p:spPr>
          <a:xfrm>
            <a:off x="1823650" y="3633800"/>
            <a:ext cx="32478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METADATA</a:t>
            </a:r>
            <a:endParaRPr/>
          </a:p>
        </p:txBody>
      </p:sp>
      <p:sp>
        <p:nvSpPr>
          <p:cNvPr id="1570" name="Google Shape;1570;p73"/>
          <p:cNvSpPr txBox="1"/>
          <p:nvPr>
            <p:ph idx="6" type="subTitle"/>
          </p:nvPr>
        </p:nvSpPr>
        <p:spPr>
          <a:xfrm>
            <a:off x="5148729" y="3633800"/>
            <a:ext cx="290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Export Info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Cleaning History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Column statistics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74"/>
          <p:cNvSpPr txBox="1"/>
          <p:nvPr>
            <p:ph idx="4" type="title"/>
          </p:nvPr>
        </p:nvSpPr>
        <p:spPr>
          <a:xfrm>
            <a:off x="720000" y="68594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1576" name="Google Shape;1576;p74" title="BMS DASHBOARD DEMO VIDE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188271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5"/>
          <p:cNvSpPr txBox="1"/>
          <p:nvPr>
            <p:ph idx="4294967295" type="title"/>
          </p:nvPr>
        </p:nvSpPr>
        <p:spPr>
          <a:xfrm>
            <a:off x="720000" y="2050353"/>
            <a:ext cx="7704000" cy="10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THANK YOU</a:t>
            </a:r>
            <a:endParaRPr sz="4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 Online News App by Slidesgo">
  <a:themeElements>
    <a:clrScheme name="Simple Light">
      <a:dk1>
        <a:srgbClr val="17336B"/>
      </a:dk1>
      <a:lt1>
        <a:srgbClr val="F9F8FF"/>
      </a:lt1>
      <a:dk2>
        <a:srgbClr val="66BEE9"/>
      </a:dk2>
      <a:lt2>
        <a:srgbClr val="4EB3E4"/>
      </a:lt2>
      <a:accent1>
        <a:srgbClr val="FFD65F"/>
      </a:accent1>
      <a:accent2>
        <a:srgbClr val="FDA0B4"/>
      </a:accent2>
      <a:accent3>
        <a:srgbClr val="E951C2"/>
      </a:accent3>
      <a:accent4>
        <a:srgbClr val="60D8F4"/>
      </a:accent4>
      <a:accent5>
        <a:srgbClr val="81EEEB"/>
      </a:accent5>
      <a:accent6>
        <a:srgbClr val="DF5F69"/>
      </a:accent6>
      <a:hlink>
        <a:srgbClr val="0D2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